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0"/>
            <a:ext cx="11247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LLM-Guided Fuzzing Seed Corpora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/>
              <a:t>First A/B experiment on RE2 +</a:t>
            </a:r>
          </a:p>
          <a:p>
            <a:pPr algn="ctr"/>
            <a:r>
              <a:rPr sz="2200" b="0"/>
              <a:t>the regex-format prompt rewrite that made the result trustworthy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/>
              <a:t>Shreyas Ganesh   |   2026-04-13</a:t>
            </a:r>
          </a:p>
          <a:p>
            <a:pPr algn="ctr"/>
            <a:r>
              <a:rPr sz="1400" b="0"/>
              <a:t>Target: RE2  |  Model: llama-3.1-8b-instruct (UF LiteLLM proxy)  |  Spend: ~$0.01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The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/>
              <a:t>Given a stable pipeline, does gap-targeted synthesis beat source-only?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Exp1  (gap-targeted):   prompt = harness + coverage gaps + a few upstream tests</a:t>
            </a:r>
          </a:p>
          <a:p>
            <a:pPr>
              <a:spcAft>
                <a:spcPts val="600"/>
              </a:spcAft>
            </a:pPr>
            <a:r>
              <a:rPr sz="1800"/>
              <a:t>Exp2  (source-only):    prompt = harness + library source code, no tests, no gaps</a:t>
            </a:r>
          </a:p>
          <a:p>
            <a:pPr>
              <a:spcAft>
                <a:spcPts val="600"/>
              </a:spcAft>
            </a:pPr>
            <a:r>
              <a:rPr sz="1800"/>
              <a:t/>
            </a:r>
          </a:p>
          <a:p>
            <a:pPr>
              <a:spcAft>
                <a:spcPts val="600"/>
              </a:spcAft>
            </a:pPr>
            <a:r>
              <a:rPr sz="1800"/>
              <a:t>Shared: 3-test RE2 fixture (Regexp.BigRef, NamedCaptures, CaptureNames),</a:t>
            </a:r>
          </a:p>
          <a:p>
            <a:pPr>
              <a:spcAft>
                <a:spcPts val="600"/>
              </a:spcAft>
            </a:pPr>
            <a:r>
              <a:rPr sz="1800"/>
              <a:t>llama-3.1-8b-instruct, 3 samples per cell, T=0.7, top_p=0.95, identical context otherwise.</a:t>
            </a:r>
          </a:p>
          <a:p>
            <a:pPr>
              <a:spcAft>
                <a:spcPts val="600"/>
              </a:spcAft>
            </a:pPr>
            <a:r>
              <a:rPr sz="1800"/>
              <a:t/>
            </a:r>
          </a:p>
          <a:p>
            <a:pPr>
              <a:spcAft>
                <a:spcPts val="600"/>
              </a:spcAft>
            </a:pPr>
            <a:r>
              <a:rPr sz="1800"/>
              <a:t>Evaluation: raw seed-corpus edge/line coverage on a standalone seed_replay binary</a:t>
            </a:r>
          </a:p>
          <a:p>
            <a:pPr>
              <a:spcAft>
                <a:spcPts val="600"/>
              </a:spcAft>
            </a:pPr>
            <a:r>
              <a:rPr sz="1800"/>
              <a:t>(same LLVMFuzzerTestOneInput as the libFuzzer target, but without injected main()).</a:t>
            </a:r>
          </a:p>
          <a:p>
            <a:pPr>
              <a:spcAft>
                <a:spcPts val="600"/>
              </a:spcAft>
            </a:pPr>
            <a:r>
              <a:rPr sz="1800"/>
              <a:t/>
            </a:r>
          </a:p>
          <a:p>
            <a:pPr>
              <a:spcAft>
                <a:spcPts val="600"/>
              </a:spcAft>
            </a:pPr>
            <a:r>
              <a:rPr sz="1800"/>
              <a:t>This deck is about seed-corpus quality, not 24h libFuzzer-campaign coverage.</a:t>
            </a:r>
          </a:p>
          <a:p>
            <a:pPr>
              <a:spcAft>
                <a:spcPts val="600"/>
              </a:spcAft>
            </a:pPr>
            <a:r>
              <a:rPr sz="1800"/>
              <a:t>That number needs cluster time we don't yet have.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Pipeline shape (exp1 and exp2 share everything but the prompt)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/>
              <a:t>1.  Phase 1   —  build coverage-instrumented target, extract upstream tests,</a:t>
            </a:r>
          </a:p>
          <a:p>
            <a:pPr>
              <a:spcAft>
                <a:spcPts val="600"/>
              </a:spcAft>
            </a:pPr>
            <a:r>
              <a:rPr sz="1700"/>
              <a:t>                 compute per-test + union baseline coverage, emit coverage_gaps.json.</a:t>
            </a:r>
          </a:p>
          <a:p>
            <a:pPr>
              <a:spcAft>
                <a:spcPts val="600"/>
              </a:spcAft>
            </a:pPr>
            <a:r>
              <a:rPr sz="1700"/>
              <a:t/>
            </a:r>
          </a:p>
          <a:p>
            <a:pPr>
              <a:spcAft>
                <a:spcPts val="600"/>
              </a:spcAft>
            </a:pPr>
            <a:r>
              <a:rPr sz="1700"/>
              <a:t>2.  Phase 2   —  LLM predicts hard branches from the test context (exp1 only).</a:t>
            </a:r>
          </a:p>
          <a:p>
            <a:pPr>
              <a:spcAft>
                <a:spcPts val="600"/>
              </a:spcAft>
            </a:pPr>
            <a:r>
              <a:rPr sz="1700"/>
              <a:t/>
            </a:r>
          </a:p>
          <a:p>
            <a:pPr>
              <a:spcAft>
                <a:spcPts val="600"/>
              </a:spcAft>
            </a:pPr>
            <a:r>
              <a:rPr sz="1700"/>
              <a:t>3.  Phase 3   —  LLM synthesises inputs (3 samples, T=0.7). Samples cache-salted</a:t>
            </a:r>
          </a:p>
          <a:p>
            <a:pPr>
              <a:spcAft>
                <a:spcPts val="600"/>
              </a:spcAft>
            </a:pPr>
            <a:r>
              <a:rPr sz="1700"/>
              <a:t>                 so the 3 calls don't collide on prompt_hash.</a:t>
            </a:r>
          </a:p>
          <a:p>
            <a:pPr>
              <a:spcAft>
                <a:spcPts val="600"/>
              </a:spcAft>
            </a:pPr>
            <a:r>
              <a:rPr sz="1700"/>
              <a:t/>
            </a:r>
          </a:p>
          <a:p>
            <a:pPr>
              <a:spcAft>
                <a:spcPts val="600"/>
              </a:spcAft>
            </a:pPr>
            <a:r>
              <a:rPr sz="1700"/>
              <a:t>4.  Evaluation —  seed_replay + llvm-profdata + llvm-cov-15 export → CoverageProfile</a:t>
            </a:r>
          </a:p>
          <a:p>
            <a:pPr>
              <a:spcAft>
                <a:spcPts val="600"/>
              </a:spcAft>
            </a:pPr>
            <a:r>
              <a:rPr sz="1700"/>
              <a:t>                  JSON → analysis.scripts.ab_coverage_diff → line/edge set-diff +</a:t>
            </a:r>
          </a:p>
          <a:p>
            <a:pPr>
              <a:spcAft>
                <a:spcPts val="600"/>
              </a:spcAft>
            </a:pPr>
            <a:r>
              <a:rPr sz="1700"/>
              <a:t>                  Jaccard + per-file tables.</a:t>
            </a:r>
          </a:p>
          <a:p>
            <a:pPr>
              <a:spcAft>
                <a:spcPts val="600"/>
              </a:spcAft>
            </a:pPr>
            <a:r>
              <a:rPr sz="1700"/>
              <a:t/>
            </a:r>
          </a:p>
          <a:p>
            <a:pPr>
              <a:spcAft>
                <a:spcPts val="600"/>
              </a:spcAft>
            </a:pPr>
            <a:r>
              <a:rPr sz="1700"/>
              <a:t>exp1 uses gap-targeted templates; exp2 uses source-only templates with a hard</a:t>
            </a:r>
          </a:p>
          <a:p>
            <a:pPr>
              <a:spcAft>
                <a:spcPts val="600"/>
              </a:spcAft>
            </a:pPr>
            <a:r>
              <a:rPr sz="1700"/>
              <a:t>assert_no_tests guard on the rendered prompt.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Data flow — one synthesis sample,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/>
              <a:t>Same path for exp1, exp2, and every ablation cell; only the prompt body differs.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/>
              <a:t>Jinja template  (input_synthesis_regex.j2  |  source_only_synthesis_regex.j2  |  ablation_synthesis_regex.j2)</a:t>
            </a:r>
          </a:p>
          <a:p>
            <a:pPr>
              <a:spcAft>
                <a:spcPts val="600"/>
              </a:spcAft>
            </a:pPr>
            <a:r>
              <a:rPr sz="1400"/>
              <a:t>      │   renders {system, harness, [tests?], [gaps?], [source?], task}</a:t>
            </a:r>
          </a:p>
          <a:p>
            <a:pPr>
              <a:spcAft>
                <a:spcPts val="600"/>
              </a:spcAft>
            </a:pPr>
            <a:r>
              <a:rPr sz="1400"/>
              <a:t>      ▼</a:t>
            </a:r>
          </a:p>
          <a:p>
            <a:pPr>
              <a:spcAft>
                <a:spcPts val="600"/>
              </a:spcAft>
            </a:pPr>
            <a:r>
              <a:rPr sz="1400"/>
              <a:t>LLM call → llama-3.1-8b-instruct   T=0.7  top_p=0.95  streaming + loop detector</a:t>
            </a:r>
          </a:p>
          <a:p>
            <a:pPr>
              <a:spcAft>
                <a:spcPts val="600"/>
              </a:spcAft>
            </a:pPr>
            <a:r>
              <a:rPr sz="1400"/>
              <a:t>      │   cache key = (prompt_hash, max_tokens, cache_salt)     → samples don't collide</a:t>
            </a:r>
          </a:p>
          <a:p>
            <a:pPr>
              <a:spcAft>
                <a:spcPts val="600"/>
              </a:spcAft>
            </a:pPr>
            <a:r>
              <a:rPr sz="1400"/>
              <a:t>      ▼</a:t>
            </a:r>
          </a:p>
          <a:p>
            <a:pPr>
              <a:spcAft>
                <a:spcPts val="600"/>
              </a:spcAft>
            </a:pPr>
            <a:r>
              <a:rPr sz="1400"/>
              <a:t>Raw JSON:   { "regexes": [ { "regex": "(a*)*", "target_gaps": [...], "reasoning": "..." }, ... ] }</a:t>
            </a:r>
          </a:p>
          <a:p>
            <a:pPr>
              <a:spcAft>
                <a:spcPts val="600"/>
              </a:spcAft>
            </a:pPr>
            <a:r>
              <a:rPr sz="1400"/>
              <a:t>      │   parse_regex_response()  +  _salvage_objects()  (loop-abort recovery)</a:t>
            </a:r>
          </a:p>
          <a:p>
            <a:pPr>
              <a:spcAft>
                <a:spcPts val="600"/>
              </a:spcAft>
            </a:pPr>
            <a:r>
              <a:rPr sz="1400"/>
              <a:t>      ▼</a:t>
            </a:r>
          </a:p>
          <a:p>
            <a:pPr>
              <a:spcAft>
                <a:spcPts val="600"/>
              </a:spcAft>
            </a:pPr>
            <a:r>
              <a:rPr sz="1400"/>
              <a:t>Per entry →   [2 sha256-seeded flag bytes]  +  [UTF-8 regex bytes]      clipped to [3, 64] bytes, deduped</a:t>
            </a:r>
          </a:p>
          <a:p>
            <a:pPr>
              <a:spcAft>
                <a:spcPts val="600"/>
              </a:spcAft>
            </a:pPr>
            <a:r>
              <a:rPr sz="1400"/>
              <a:t>      ▼</a:t>
            </a:r>
          </a:p>
          <a:p>
            <a:pPr>
              <a:spcAft>
                <a:spcPts val="600"/>
              </a:spcAft>
            </a:pPr>
            <a:r>
              <a:rPr sz="1400"/>
              <a:t>seed_*.bin  →  seed_replay (coverage-instrumented RE2)  →  .profraw  →  CoverageProfile JSON</a:t>
            </a:r>
          </a:p>
          <a:p>
            <a:pPr>
              <a:spcAft>
                <a:spcPts val="600"/>
              </a:spcAft>
            </a:pPr>
            <a:r>
              <a:rPr sz="1400"/>
              <a:t>      ▼</a:t>
            </a:r>
          </a:p>
          <a:p>
            <a:pPr>
              <a:spcAft>
                <a:spcPts val="600"/>
              </a:spcAft>
            </a:pPr>
            <a:r>
              <a:rPr sz="1400"/>
              <a:t>ab_coverage_diff.py   →   per-cell edge/line set-diff + Jaccard + per-file breakdown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Recap — the 2026-04-12 stabilization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/>
              <a:t>Detail: docs/WORK_SO_FAR.md §2-4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/>
              <a:t>Before:  every synthesis call hit max_tokens, multi-sample runs silently cache-collided,</a:t>
            </a:r>
          </a:p>
          <a:p>
            <a:pPr>
              <a:spcAft>
                <a:spcPts val="600"/>
              </a:spcAft>
            </a:pPr>
            <a:r>
              <a:rPr sz="1700"/>
              <a:t>         schema placeholders were copied verbatim into degenerate loops.</a:t>
            </a:r>
          </a:p>
          <a:p>
            <a:pPr>
              <a:spcAft>
                <a:spcPts val="600"/>
              </a:spcAft>
            </a:pPr>
            <a:r>
              <a:rPr sz="1700"/>
              <a:t/>
            </a:r>
          </a:p>
          <a:p>
            <a:pPr>
              <a:spcAft>
                <a:spcPts val="600"/>
              </a:spcAft>
            </a:pPr>
            <a:r>
              <a:rPr sz="1700"/>
              <a:t>Landed:</a:t>
            </a:r>
          </a:p>
          <a:p>
            <a:pPr>
              <a:spcAft>
                <a:spcPts val="600"/>
              </a:spcAft>
            </a:pPr>
            <a:r>
              <a:rPr sz="1700"/>
              <a:t>  •  cache key includes max_tokens + cache_salt (3-sample diversity is real now)</a:t>
            </a:r>
          </a:p>
          <a:p>
            <a:pPr>
              <a:spcAft>
                <a:spcPts val="600"/>
              </a:spcAft>
            </a:pPr>
            <a:r>
              <a:rPr sz="1700"/>
              <a:t>  •  streaming loop-detector (two signals: window dominance + unique-window ratio)</a:t>
            </a:r>
          </a:p>
          <a:p>
            <a:pPr>
              <a:spcAft>
                <a:spcPts val="600"/>
              </a:spcAft>
            </a:pPr>
            <a:r>
              <a:rPr sz="1700"/>
              <a:t>  •  5 prompt templates rewritten with real example values + OUTPUT RULES</a:t>
            </a:r>
          </a:p>
          <a:p>
            <a:pPr>
              <a:spcAft>
                <a:spcPts val="600"/>
              </a:spcAft>
            </a:pPr>
            <a:r>
              <a:rPr sz="1700"/>
              <a:t>  •  strict=False cache read, extra='ignore' on PredictionResult</a:t>
            </a:r>
          </a:p>
          <a:p>
            <a:pPr>
              <a:spcAft>
                <a:spcPts val="600"/>
              </a:spcAft>
            </a:pPr>
            <a:r>
              <a:rPr sz="1700"/>
              <a:t>  •  29 new unit tests, full suite 106+ green</a:t>
            </a:r>
          </a:p>
          <a:p>
            <a:pPr>
              <a:spcAft>
                <a:spcPts val="600"/>
              </a:spcAft>
            </a:pPr>
            <a:r>
              <a:rPr sz="1700"/>
              <a:t/>
            </a:r>
          </a:p>
          <a:p>
            <a:pPr>
              <a:spcAft>
                <a:spcPts val="600"/>
              </a:spcAft>
            </a:pPr>
            <a:r>
              <a:rPr sz="1700"/>
              <a:t>Result: 4-cell sanity run completes in ~3 min for ~$0.02.</a:t>
            </a:r>
          </a:p>
          <a:p>
            <a:pPr>
              <a:spcAft>
                <a:spcPts val="600"/>
              </a:spcAft>
            </a:pPr>
            <a:r>
              <a:rPr sz="1700"/>
              <a:t>That set the stage for the first real A/B — which surfaced its own bug class.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First A/B surfaced five more bugs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/>
              <a:t>1.  Fixture tests pointed at re2_test.cc, but our build only compiled regexp_test.</a:t>
            </a:r>
          </a:p>
          <a:p>
            <a:pPr>
              <a:spcAft>
                <a:spcPts val="600"/>
              </a:spcAft>
            </a:pPr>
            <a:r>
              <a:rPr sz="1600"/>
              <a:t>    Fix: swap fixture to tests that exist in the built binary.</a:t>
            </a:r>
          </a:p>
          <a:p>
            <a:pPr>
              <a:spcAft>
                <a:spcPts val="600"/>
              </a:spcAft>
            </a:pPr>
            <a:r>
              <a:rPr sz="1600"/>
              <a:t/>
            </a:r>
          </a:p>
          <a:p>
            <a:pPr>
              <a:spcAft>
                <a:spcPts val="600"/>
              </a:spcAft>
            </a:pPr>
            <a:r>
              <a:rPr sz="1600"/>
              <a:t>2.  RE2's util/test.h ignores --gtest_filter; all registered tests always run.</a:t>
            </a:r>
          </a:p>
          <a:p>
            <a:pPr>
              <a:spcAft>
                <a:spcPts val="600"/>
              </a:spcAft>
            </a:pPr>
            <a:r>
              <a:rPr sz="1600"/>
              <a:t>    Not a bug — a constraint. Treat fixture as a combined-test baseline.</a:t>
            </a:r>
          </a:p>
          <a:p>
            <a:pPr>
              <a:spcAft>
                <a:spcPts val="600"/>
              </a:spcAft>
            </a:pPr>
            <a:r>
              <a:rPr sz="1600"/>
              <a:t/>
            </a:r>
          </a:p>
          <a:p>
            <a:pPr>
              <a:spcAft>
                <a:spcPts val="600"/>
              </a:spcAft>
            </a:pPr>
            <a:r>
              <a:rPr sz="1600"/>
              <a:t>3.  CoverageProfile JSON round-trip failed — writer used field names, reader</a:t>
            </a:r>
          </a:p>
          <a:p>
            <a:pPr>
              <a:spcAft>
                <a:spcPts val="600"/>
              </a:spcAft>
            </a:pPr>
            <a:r>
              <a:rPr sz="1600"/>
              <a:t>    wanted the true/false aliases. Fix: populate_by_name=True on FrozenConfig.</a:t>
            </a:r>
          </a:p>
          <a:p>
            <a:pPr>
              <a:spcAft>
                <a:spcPts val="600"/>
              </a:spcAft>
            </a:pPr>
            <a:r>
              <a:rPr sz="1600"/>
              <a:t/>
            </a:r>
          </a:p>
          <a:p>
            <a:pPr>
              <a:spcAft>
                <a:spcPts val="600"/>
              </a:spcAft>
            </a:pPr>
            <a:r>
              <a:rPr sz="1600"/>
              <a:t>4.  llvm-cov-15 export --format=json rejected (JSON is the default).</a:t>
            </a:r>
          </a:p>
          <a:p>
            <a:pPr>
              <a:spcAft>
                <a:spcPts val="600"/>
              </a:spcAft>
            </a:pPr>
            <a:r>
              <a:rPr sz="1600"/>
              <a:t>    Fix: drop the flag in run_test_coverage.py + measure_coverage.py.</a:t>
            </a:r>
          </a:p>
          <a:p>
            <a:pPr>
              <a:spcAft>
                <a:spcPts val="600"/>
              </a:spcAft>
            </a:pPr>
            <a:r>
              <a:rPr sz="1600"/>
              <a:t/>
            </a:r>
          </a:p>
          <a:p>
            <a:pPr>
              <a:spcAft>
                <a:spcPts val="600"/>
              </a:spcAft>
            </a:pPr>
            <a:r>
              <a:rPr sz="1600"/>
              <a:t>5.  Loop-aborted samples produced 0 seeds even when the first array entries were</a:t>
            </a:r>
          </a:p>
          <a:p>
            <a:pPr>
              <a:spcAft>
                <a:spcPts val="600"/>
              </a:spcAft>
            </a:pPr>
            <a:r>
              <a:rPr sz="1600"/>
              <a:t>    complete. Fix: _salvage_objects() brace-matching scan for any balanced {…}</a:t>
            </a:r>
          </a:p>
          <a:p>
            <a:pPr>
              <a:spcAft>
                <a:spcPts val="600"/>
              </a:spcAft>
            </a:pPr>
            <a:r>
              <a:rPr sz="1600"/>
              <a:t>    sub-object carrying content_b64.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First A/B result — bytes-format prompt (2026-04-12)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/>
              <a:t>Prompts asked for base64-encoded bytes; parser decoded straight to seed files.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18011">
                <a:tc>
                  <a:txBody>
                    <a:bodyPr/>
                    <a:lstStyle/>
                    <a:p>
                      <a:r>
                        <a:rPr sz="16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exp1 (gap)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exp2 (source)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union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intersection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600"/>
                        <a:t>seeds produced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600"/>
                        <a:t>loop-aborted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 /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 /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600"/>
                        <a:t>edges covered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458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600"/>
                        <a:t>lines covered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1220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600"/>
                        <a:t>edges ONLY in this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600"/>
                        <a:t>Jaccard (edges)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93776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/>
              <a:t>Headline at the time:   "exp2 wins, 513 &gt; 475."</a:t>
            </a:r>
          </a:p>
          <a:p>
            <a:pPr>
              <a:spcAft>
                <a:spcPts val="600"/>
              </a:spcAft>
            </a:pPr>
            <a:r>
              <a:rPr sz="1600"/>
              <a:t>Caveat at the time:     seed-count asymmetry (5 vs 10 after salvage)</a:t>
            </a:r>
          </a:p>
          <a:p>
            <a:pPr>
              <a:spcAft>
                <a:spcPts val="600"/>
              </a:spcAft>
            </a:pPr>
            <a:r>
              <a:rPr sz="1600"/>
              <a:t>                        + 5 of 6 synthesis samples loop-aborted.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Why bytes-format was a bad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/>
              <a:t>RE2 harness layout vs what the prompt was asking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/>
              <a:t>RE2 libFuzzer harness (simplified):</a:t>
            </a:r>
          </a:p>
          <a:p>
            <a:pPr>
              <a:spcAft>
                <a:spcPts val="600"/>
              </a:spcAft>
            </a:pPr>
            <a:r>
              <a:rPr sz="1600"/>
              <a:t/>
            </a:r>
          </a:p>
          <a:p>
            <a:pPr>
              <a:spcAft>
                <a:spcPts val="600"/>
              </a:spcAft>
            </a:pPr>
            <a:r>
              <a:rPr sz="1600"/>
              <a:t>    if (size &lt; 3 || size &gt; 64) return 0;</a:t>
            </a:r>
          </a:p>
          <a:p>
            <a:pPr>
              <a:spcAft>
                <a:spcPts val="600"/>
              </a:spcAft>
            </a:pPr>
            <a:r>
              <a:rPr sz="1600"/>
              <a:t>    uint8_t flag_bytes[2] = { data[0], data[1] };</a:t>
            </a:r>
          </a:p>
          <a:p>
            <a:pPr>
              <a:spcAft>
                <a:spcPts val="600"/>
              </a:spcAft>
            </a:pPr>
            <a:r>
              <a:rPr sz="1600"/>
              <a:t>    std::string pattern(data + 2, size - 2);</a:t>
            </a:r>
          </a:p>
          <a:p>
            <a:pPr>
              <a:spcAft>
                <a:spcPts val="600"/>
              </a:spcAft>
            </a:pPr>
            <a:r>
              <a:rPr sz="1600"/>
              <a:t>    RE2::Compile(pattern, flags_from(flag_bytes));</a:t>
            </a:r>
          </a:p>
          <a:p>
            <a:pPr>
              <a:spcAft>
                <a:spcPts val="600"/>
              </a:spcAft>
            </a:pPr>
            <a:r>
              <a:rPr sz="1600"/>
              <a:t/>
            </a:r>
          </a:p>
          <a:p>
            <a:pPr>
              <a:spcAft>
                <a:spcPts val="600"/>
              </a:spcAft>
            </a:pPr>
            <a:r>
              <a:rPr sz="1600"/>
              <a:t>The harness expects  [2 flag bytes] [UTF-8 regex string].</a:t>
            </a:r>
          </a:p>
          <a:p>
            <a:pPr>
              <a:spcAft>
                <a:spcPts val="600"/>
              </a:spcAft>
            </a:pPr>
            <a:r>
              <a:rPr sz="1600"/>
              <a:t>We asked the LLM for arbitrary base64 bytes and hoped they'd look like a regex.</a:t>
            </a:r>
          </a:p>
          <a:p>
            <a:pPr>
              <a:spcAft>
                <a:spcPts val="600"/>
              </a:spcAft>
            </a:pPr>
            <a:r>
              <a:rPr sz="1600"/>
              <a:t/>
            </a:r>
          </a:p>
          <a:p>
            <a:pPr>
              <a:spcAft>
                <a:spcPts val="600"/>
              </a:spcAft>
            </a:pPr>
            <a:r>
              <a:rPr sz="1600"/>
              <a:t>For a frontier model: maybe. For llama-3.1-8b: the model emits 100× copies</a:t>
            </a:r>
          </a:p>
          <a:p>
            <a:pPr>
              <a:spcAft>
                <a:spcPts val="600"/>
              </a:spcAft>
            </a:pPr>
            <a:r>
              <a:rPr sz="1600"/>
              <a:t>of the same 48-byte placeholder until the loop detector fires.</a:t>
            </a:r>
          </a:p>
          <a:p>
            <a:pPr>
              <a:spcAft>
                <a:spcPts val="600"/>
              </a:spcAft>
            </a:pPr>
            <a:r>
              <a:rPr sz="1600"/>
              <a:t/>
            </a:r>
          </a:p>
          <a:p>
            <a:pPr>
              <a:spcAft>
                <a:spcPts val="600"/>
              </a:spcAft>
            </a:pPr>
            <a:r>
              <a:rPr sz="1600"/>
              <a:t>The "loop-rate" was largely prompt/target mismatch, not model capability.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Fix — rewrite prompts to emit regex text (2026-04-13)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/>
              <a:t>New Jinja templates:</a:t>
            </a:r>
          </a:p>
          <a:p>
            <a:pPr>
              <a:spcAft>
                <a:spcPts val="600"/>
              </a:spcAft>
            </a:pPr>
            <a:r>
              <a:rPr sz="1600"/>
              <a:t>  •  prediction/prompts/input_synthesis_regex.j2        (gap-targeted)</a:t>
            </a:r>
          </a:p>
          <a:p>
            <a:pPr>
              <a:spcAft>
                <a:spcPts val="600"/>
              </a:spcAft>
            </a:pPr>
            <a:r>
              <a:rPr sz="1600"/>
              <a:t>  •  synthesis/prompts/source_only_synthesis_regex.j2  (source-only)</a:t>
            </a:r>
          </a:p>
          <a:p>
            <a:pPr>
              <a:spcAft>
                <a:spcPts val="600"/>
              </a:spcAft>
            </a:pPr>
            <a:r>
              <a:rPr sz="1600"/>
              <a:t/>
            </a:r>
          </a:p>
          <a:p>
            <a:pPr>
              <a:spcAft>
                <a:spcPts val="600"/>
              </a:spcAft>
            </a:pPr>
            <a:r>
              <a:rPr sz="1600"/>
              <a:t>New parser  parse_regex_response()  in synthesis/scripts/parse_synthesis.py:</a:t>
            </a:r>
          </a:p>
          <a:p>
            <a:pPr>
              <a:spcAft>
                <a:spcPts val="600"/>
              </a:spcAft>
            </a:pPr>
            <a:r>
              <a:rPr sz="1600"/>
              <a:t>  •  extracts  { "regexes": [ { "regex": str, "target_gaps": [...], … }, … ] }</a:t>
            </a:r>
          </a:p>
          <a:p>
            <a:pPr>
              <a:spcAft>
                <a:spcPts val="600"/>
              </a:spcAft>
            </a:pPr>
            <a:r>
              <a:rPr sz="1600"/>
              <a:t>  •  prepends 2 sha256-seeded flag bytes keyed by (target, sample, idx, regex)</a:t>
            </a:r>
          </a:p>
          <a:p>
            <a:pPr>
              <a:spcAft>
                <a:spcPts val="600"/>
              </a:spcAft>
            </a:pPr>
            <a:r>
              <a:rPr sz="1600"/>
              <a:t>  •  UTF-8 encode with codepoint-boundary-safe truncation</a:t>
            </a:r>
          </a:p>
          <a:p>
            <a:pPr>
              <a:spcAft>
                <a:spcPts val="600"/>
              </a:spcAft>
            </a:pPr>
            <a:r>
              <a:rPr sz="1600"/>
              <a:t>  •  clip total bytes to RE2's [3, 64] window, dedupe</a:t>
            </a:r>
          </a:p>
          <a:p>
            <a:pPr>
              <a:spcAft>
                <a:spcPts val="600"/>
              </a:spcAft>
            </a:pPr>
            <a:r>
              <a:rPr sz="1600"/>
              <a:t/>
            </a:r>
          </a:p>
          <a:p>
            <a:pPr>
              <a:spcAft>
                <a:spcPts val="600"/>
              </a:spcAft>
            </a:pPr>
            <a:r>
              <a:rPr sz="1600"/>
              <a:t>New CLI flag  --input-format {bytes,regex}  on both generators routes</a:t>
            </a:r>
          </a:p>
          <a:p>
            <a:pPr>
              <a:spcAft>
                <a:spcPts val="600"/>
              </a:spcAft>
            </a:pPr>
            <a:r>
              <a:rPr sz="1600"/>
              <a:t>the template + parser pair. Old bytes outputs archived under *_bytes_v1/.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Exp1 prompt in practice — what the LLM sees (abridged)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/>
              <a:t>Template: synthesis/prompts/input_synthesis_regex.j2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/>
              <a:t>You are generating REGEX PATTERNS to exercise uncovered branches in RE2 ...</a:t>
            </a:r>
          </a:p>
          <a:p>
            <a:pPr>
              <a:spcAft>
                <a:spcPts val="600"/>
              </a:spcAft>
            </a:pPr>
            <a:r>
              <a:rPr sz="1300"/>
              <a:t/>
            </a:r>
          </a:p>
          <a:p>
            <a:pPr>
              <a:spcAft>
                <a:spcPts val="600"/>
              </a:spcAft>
            </a:pPr>
            <a:r>
              <a:rPr sz="1300"/>
              <a:t>=== HARNESS FORMAT ===</a:t>
            </a:r>
          </a:p>
          <a:p>
            <a:pPr>
              <a:spcAft>
                <a:spcPts val="600"/>
              </a:spcAft>
            </a:pPr>
            <a:r>
              <a:rPr sz="1300"/>
              <a:t>The libFuzzer harness consumes [2 flag bytes][regex string bytes] and invokes RE2::Compile.</a:t>
            </a:r>
          </a:p>
          <a:p>
            <a:pPr>
              <a:spcAft>
                <a:spcPts val="600"/>
              </a:spcAft>
            </a:pPr>
            <a:r>
              <a:rPr sz="1300"/>
              <a:t>YOUR JOB: produce the REGEX STRING ONLY, plain UTF-8. DO NOT base64-encode.</a:t>
            </a:r>
          </a:p>
          <a:p>
            <a:pPr>
              <a:spcAft>
                <a:spcPts val="600"/>
              </a:spcAft>
            </a:pPr>
            <a:r>
              <a:rPr sz="1300"/>
              <a:t/>
            </a:r>
          </a:p>
          <a:p>
            <a:pPr>
              <a:spcAft>
                <a:spcPts val="600"/>
              </a:spcAft>
            </a:pPr>
            <a:r>
              <a:rPr sz="1300"/>
              <a:t>=== UPSTREAM TESTS (few-shot) ===</a:t>
            </a:r>
          </a:p>
          <a:p>
            <a:pPr>
              <a:spcAft>
                <a:spcPts val="600"/>
              </a:spcAft>
            </a:pPr>
            <a:r>
              <a:rPr sz="1300"/>
              <a:t>From re2/testing/regexp_test.cc:54:</a:t>
            </a:r>
          </a:p>
          <a:p>
            <a:pPr>
              <a:spcAft>
                <a:spcPts val="600"/>
              </a:spcAft>
            </a:pPr>
            <a:r>
              <a:rPr sz="1300"/>
              <a:t>    TEST(Regexp, BigRef) { Regexp* re = Regexp::Parse("(a|b)*", ...); ... }</a:t>
            </a:r>
          </a:p>
          <a:p>
            <a:pPr>
              <a:spcAft>
                <a:spcPts val="600"/>
              </a:spcAft>
            </a:pPr>
            <a:r>
              <a:rPr sz="1300"/>
              <a:t/>
            </a:r>
          </a:p>
          <a:p>
            <a:pPr>
              <a:spcAft>
                <a:spcPts val="600"/>
              </a:spcAft>
            </a:pPr>
            <a:r>
              <a:rPr sz="1300"/>
              <a:t>=== UNCOVERED BRANCHES ===</a:t>
            </a:r>
          </a:p>
          <a:p>
            <a:pPr>
              <a:spcAft>
                <a:spcPts val="600"/>
              </a:spcAft>
            </a:pPr>
            <a:r>
              <a:rPr sz="1300"/>
              <a:t>Gap 1:  re2/bitstate.cc:112</a:t>
            </a:r>
          </a:p>
          <a:p>
            <a:pPr>
              <a:spcAft>
                <a:spcPts val="600"/>
              </a:spcAft>
            </a:pPr>
            <a:r>
              <a:rPr sz="1300"/>
              <a:t>Code:   if (njob_ &gt;= maxjob_) { LOG(DFATAL) &lt;&lt; "Job stack overflow"; return false; }</a:t>
            </a:r>
          </a:p>
          <a:p>
            <a:pPr>
              <a:spcAft>
                <a:spcPts val="600"/>
              </a:spcAft>
            </a:pPr>
            <a:r>
              <a:rPr sz="1300"/>
              <a:t>Hint:   requires the following to evaluate toward the uncovered branch ...</a:t>
            </a:r>
          </a:p>
          <a:p>
            <a:pPr>
              <a:spcAft>
                <a:spcPts val="600"/>
              </a:spcAft>
            </a:pPr>
            <a:r>
              <a:rPr sz="1300"/>
              <a:t/>
            </a:r>
          </a:p>
          <a:p>
            <a:pPr>
              <a:spcAft>
                <a:spcPts val="600"/>
              </a:spcAft>
            </a:pPr>
            <a:r>
              <a:rPr sz="1300"/>
              <a:t>Gap 2:  re2/parse.cc:2417    (Unicode class parser branch)</a:t>
            </a:r>
          </a:p>
          <a:p>
            <a:pPr>
              <a:spcAft>
                <a:spcPts val="600"/>
              </a:spcAft>
            </a:pPr>
            <a:r>
              <a:rPr sz="1300"/>
              <a:t>Gap 3:  re2/compile.cc:311   (counted-repetition expansion limit)</a:t>
            </a:r>
          </a:p>
          <a:p>
            <a:pPr>
              <a:spcAft>
                <a:spcPts val="600"/>
              </a:spcAft>
            </a:pPr>
            <a:r>
              <a:rPr sz="1300"/>
              <a:t>... (≤ max_gaps entries, ordered by reachability score) ...</a:t>
            </a:r>
          </a:p>
          <a:p>
            <a:pPr>
              <a:spcAft>
                <a:spcPts val="600"/>
              </a:spcAft>
            </a:pPr>
            <a:r>
              <a:rPr sz="1300"/>
              <a:t/>
            </a:r>
          </a:p>
          <a:p>
            <a:pPr>
              <a:spcAft>
                <a:spcPts val="600"/>
              </a:spcAft>
            </a:pPr>
            <a:r>
              <a:rPr sz="1300"/>
              <a:t>=== YOUR TASK ===   Produce N distinct regex patterns 1-60 chars. Emit one JSON object.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Exp2 prompt in practice — what the LLM sees (abridged)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/>
              <a:t>Template: synthesis/prompts/source_only_synthesis_regex.j2  (assert_no_tests guard 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/>
              <a:t>You are generating REGEX PATTERNS to maximize coverage in RE2 ...</a:t>
            </a:r>
          </a:p>
          <a:p>
            <a:pPr>
              <a:spcAft>
                <a:spcPts val="600"/>
              </a:spcAft>
            </a:pPr>
            <a:r>
              <a:rPr sz="1300"/>
              <a:t>You have ONLY the source code and the fuzzer harness — no tests, no coverage data.</a:t>
            </a:r>
          </a:p>
          <a:p>
            <a:pPr>
              <a:spcAft>
                <a:spcPts val="600"/>
              </a:spcAft>
            </a:pPr>
            <a:r>
              <a:rPr sz="1300"/>
              <a:t/>
            </a:r>
          </a:p>
          <a:p>
            <a:pPr>
              <a:spcAft>
                <a:spcPts val="600"/>
              </a:spcAft>
            </a:pPr>
            <a:r>
              <a:rPr sz="1300"/>
              <a:t>=== HARNESS FORMAT ===   [identical to exp1]</a:t>
            </a:r>
          </a:p>
          <a:p>
            <a:pPr>
              <a:spcAft>
                <a:spcPts val="600"/>
              </a:spcAft>
            </a:pPr>
            <a:r>
              <a:rPr sz="1300"/>
              <a:t/>
            </a:r>
          </a:p>
          <a:p>
            <a:pPr>
              <a:spcAft>
                <a:spcPts val="600"/>
              </a:spcAft>
            </a:pPr>
            <a:r>
              <a:rPr sz="1300"/>
              <a:t>[LIBRARY SOURCE CODE]</a:t>
            </a:r>
          </a:p>
          <a:p>
            <a:pPr>
              <a:spcAft>
                <a:spcPts val="600"/>
              </a:spcAft>
            </a:pPr>
            <a:r>
              <a:rPr sz="1300"/>
              <a:t>=== re2/parse.cc ===</a:t>
            </a:r>
          </a:p>
          <a:p>
            <a:pPr>
              <a:spcAft>
                <a:spcPts val="600"/>
              </a:spcAft>
            </a:pPr>
            <a:r>
              <a:rPr sz="1300"/>
              <a:t>    // ~800 LOC of the regex parser:  OpRegexp ParseEscape(Rune* rp, ...) { ... }</a:t>
            </a:r>
          </a:p>
          <a:p>
            <a:pPr>
              <a:spcAft>
                <a:spcPts val="600"/>
              </a:spcAft>
            </a:pPr>
            <a:r>
              <a:rPr sz="1300"/>
              <a:t/>
            </a:r>
          </a:p>
          <a:p>
            <a:pPr>
              <a:spcAft>
                <a:spcPts val="600"/>
              </a:spcAft>
            </a:pPr>
            <a:r>
              <a:rPr sz="1300"/>
              <a:t>=== re2/regexp.cc ===</a:t>
            </a:r>
          </a:p>
          <a:p>
            <a:pPr>
              <a:spcAft>
                <a:spcPts val="600"/>
              </a:spcAft>
            </a:pPr>
            <a:r>
              <a:rPr sz="1300"/>
              <a:t>    // ~500 LOC:  Regexp* Regexp::Parse(const StringPiece&amp; s, ParseFlags flags, ...)</a:t>
            </a:r>
          </a:p>
          <a:p>
            <a:pPr>
              <a:spcAft>
                <a:spcPts val="600"/>
              </a:spcAft>
            </a:pPr>
            <a:r>
              <a:rPr sz="1300"/>
              <a:t/>
            </a:r>
          </a:p>
          <a:p>
            <a:pPr>
              <a:spcAft>
                <a:spcPts val="600"/>
              </a:spcAft>
            </a:pPr>
            <a:r>
              <a:rPr sz="1300"/>
              <a:t>=== re2/compile.cc ===     ...</a:t>
            </a:r>
          </a:p>
          <a:p>
            <a:pPr>
              <a:spcAft>
                <a:spcPts val="600"/>
              </a:spcAft>
            </a:pPr>
            <a:r>
              <a:rPr sz="1300"/>
              <a:t>=== re2/simplify.cc ===    ...</a:t>
            </a:r>
          </a:p>
          <a:p>
            <a:pPr>
              <a:spcAft>
                <a:spcPts val="600"/>
              </a:spcAft>
            </a:pPr>
            <a:r>
              <a:rPr sz="1300"/>
              <a:t/>
            </a:r>
          </a:p>
          <a:p>
            <a:pPr>
              <a:spcAft>
                <a:spcPts val="600"/>
              </a:spcAft>
            </a:pPr>
            <a:r>
              <a:rPr sz="1300"/>
              <a:t>(--source-max-files 4   --source-token-budget 14000; files picked by call-graph priority)</a:t>
            </a:r>
          </a:p>
          <a:p>
            <a:pPr>
              <a:spcAft>
                <a:spcPts val="600"/>
              </a:spcAft>
            </a:pPr>
            <a:r>
              <a:rPr sz="1300"/>
              <a:t/>
            </a:r>
          </a:p>
          <a:p>
            <a:pPr>
              <a:spcAft>
                <a:spcPts val="600"/>
              </a:spcAft>
            </a:pPr>
            <a:r>
              <a:rPr sz="1300"/>
              <a:t>=== YOUR TASK ===   Produce N distinct regex patterns. Prioritize DEPTH over BREADTH.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What the LLM returns, and what becomes a seed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/>
              <a:t>Real output from phase3_results/…/exp1/llama-3.1-8b-instruct/sample_0.json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/>
              <a:t>Raw JSON from the model:</a:t>
            </a:r>
          </a:p>
          <a:p>
            <a:pPr>
              <a:spcAft>
                <a:spcPts val="600"/>
              </a:spcAft>
            </a:pPr>
            <a:r>
              <a:rPr sz="1200"/>
              <a:t>{</a:t>
            </a:r>
          </a:p>
          <a:p>
            <a:pPr>
              <a:spcAft>
                <a:spcPts val="600"/>
              </a:spcAft>
            </a:pPr>
            <a:r>
              <a:rPr sz="1200"/>
              <a:t>  "regexes": [</a:t>
            </a:r>
          </a:p>
          <a:p>
            <a:pPr>
              <a:spcAft>
                <a:spcPts val="600"/>
              </a:spcAft>
            </a:pPr>
            <a:r>
              <a:rPr sz="1200"/>
              <a:t>    { "regex": "\\u{1234}+",   "target_gaps": ["re2/bitstate.cc:112"],  "reasoning": "Unicode escape, stack growth" },</a:t>
            </a:r>
          </a:p>
          <a:p>
            <a:pPr>
              <a:spcAft>
                <a:spcPts val="600"/>
              </a:spcAft>
            </a:pPr>
            <a:r>
              <a:rPr sz="1200"/>
              <a:t>    { "regex": "(a*)*",         "target_gaps": ["re2/bitstate.cc:121"],  "reasoning": "Nested repetitions may overflow stack" },</a:t>
            </a:r>
          </a:p>
          <a:p>
            <a:pPr>
              <a:spcAft>
                <a:spcPts val="600"/>
              </a:spcAft>
            </a:pPr>
            <a:r>
              <a:rPr sz="1200"/>
              <a:t>    { "regex": "[^a-zA-Z0-9]+", "target_gaps": ["re2/bitstate.cc:126"],  "reasoning": "Large character class" },</a:t>
            </a:r>
          </a:p>
          <a:p>
            <a:pPr>
              <a:spcAft>
                <a:spcPts val="600"/>
              </a:spcAft>
            </a:pPr>
            <a:r>
              <a:rPr sz="1200"/>
              <a:t>    { "regex": "(?P&lt;g1&gt;a+)",    "target_gaps": ["re2/bitstate.cc:131"],  "reasoning": "Named captures" },</a:t>
            </a:r>
          </a:p>
          <a:p>
            <a:pPr>
              <a:spcAft>
                <a:spcPts val="600"/>
              </a:spcAft>
            </a:pPr>
            <a:r>
              <a:rPr sz="1200"/>
              <a:t>    { "regex": "a{1000,}",      "target_gaps": ["re2/compile.cc:311"],   "reasoning": "Large counted reps" }</a:t>
            </a:r>
          </a:p>
          <a:p>
            <a:pPr>
              <a:spcAft>
                <a:spcPts val="600"/>
              </a:spcAft>
            </a:pPr>
            <a:r>
              <a:rPr sz="1200"/>
              <a:t>  ]</a:t>
            </a:r>
          </a:p>
          <a:p>
            <a:pPr>
              <a:spcAft>
                <a:spcPts val="600"/>
              </a:spcAft>
            </a:pPr>
            <a:r>
              <a:rPr sz="1200"/>
              <a:t>}</a:t>
            </a:r>
          </a:p>
          <a:p>
            <a:pPr>
              <a:spcAft>
                <a:spcPts val="600"/>
              </a:spcAft>
            </a:pPr>
            <a:r>
              <a:rPr sz="1200"/>
              <a:t/>
            </a:r>
          </a:p>
          <a:p>
            <a:pPr>
              <a:spcAft>
                <a:spcPts val="600"/>
              </a:spcAft>
            </a:pPr>
            <a:r>
              <a:rPr sz="1200"/>
              <a:t>parse_regex_response() then emits one seed file per entry  ([2 flag bytes][UTF-8 regex]):</a:t>
            </a:r>
          </a:p>
          <a:p>
            <a:pPr>
              <a:spcAft>
                <a:spcPts val="600"/>
              </a:spcAft>
            </a:pPr>
            <a:r>
              <a:rPr sz="1200"/>
              <a:t>  seeds/re2/exp1/.../seed_b6c1…bin :  6D 29  \u{1234}+          ← 11 bytes</a:t>
            </a:r>
          </a:p>
          <a:p>
            <a:pPr>
              <a:spcAft>
                <a:spcPts val="600"/>
              </a:spcAft>
            </a:pPr>
            <a:r>
              <a:rPr sz="1200"/>
              <a:t>  seeds/re2/exp1/.../seed_bd18…bin :  5A 2A  (a*)*              ←  7 bytes</a:t>
            </a:r>
          </a:p>
          <a:p>
            <a:pPr>
              <a:spcAft>
                <a:spcPts val="600"/>
              </a:spcAft>
            </a:pPr>
            <a:r>
              <a:rPr sz="1200"/>
              <a:t>  seeds/re2/exp1/.../seed_12c0…bin :  F4 E2  [^a-zA-Z0-9]+      ← 15 bytes</a:t>
            </a:r>
          </a:p>
          <a:p>
            <a:pPr>
              <a:spcAft>
                <a:spcPts val="600"/>
              </a:spcAft>
            </a:pPr>
            <a:r>
              <a:rPr sz="1200"/>
              <a:t>  seeds/re2/exp1/.../seed_b3e5…bin :  DC E3  (?P&lt;g1&gt;a+)         ← 12 bytes</a:t>
            </a:r>
          </a:p>
          <a:p>
            <a:pPr>
              <a:spcAft>
                <a:spcPts val="600"/>
              </a:spcAft>
            </a:pPr>
            <a:r>
              <a:rPr sz="1200"/>
              <a:t>  seeds/re2/exp1/.../seed_1de0…bin :  09 D3  a{1000,}           ← 10 bytes</a:t>
            </a:r>
          </a:p>
          <a:p>
            <a:pPr>
              <a:spcAft>
                <a:spcPts val="600"/>
              </a:spcAft>
            </a:pPr>
            <a:r>
              <a:rPr sz="1200"/>
              <a:t/>
            </a:r>
          </a:p>
          <a:p>
            <a:pPr>
              <a:spcAft>
                <a:spcPts val="600"/>
              </a:spcAft>
            </a:pPr>
            <a:r>
              <a:rPr sz="1200"/>
              <a:t>Flag bytes are sha256(target, sample_idx, regex_idx, regex)[:2] — deterministic, not random.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Second A/B result — regex-format prompt (2026-04-13)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/>
              <a:t>Same target, same fixture, same model. Only prompt + parser changed.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18011">
                <a:tc>
                  <a:txBody>
                    <a:bodyPr/>
                    <a:lstStyle/>
                    <a:p>
                      <a:r>
                        <a:rPr sz="16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exp1 (gap)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exp2 (source)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union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intersection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600"/>
                        <a:t>seeds produced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600"/>
                        <a:t>ok samples /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 /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 /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600"/>
                        <a:t>edges covered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1068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600"/>
                        <a:t>lines covered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2254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600"/>
                        <a:t>edges ONLY in this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600"/>
                        <a:t>Jaccard (edges)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0.817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93776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/>
              <a:t>Coverage per cell roughly tripled.    Loop-abort rate 5/6 → 1/6.</a:t>
            </a:r>
          </a:p>
          <a:p>
            <a:pPr>
              <a:spcAft>
                <a:spcPts val="600"/>
              </a:spcAft>
            </a:pPr>
            <a:r>
              <a:rPr sz="1700"/>
              <a:t>Exp1 (gap-targeted) now wins by +110 edges and 175 vs 65 exclusive.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Bytes vs regex — what the rewrite actually changed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87680">
                <a:tc>
                  <a:txBody>
                    <a:bodyPr/>
                    <a:lstStyle/>
                    <a:p>
                      <a:r>
                        <a:rPr sz="16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bytes (04-12)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regex (04-13)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change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/>
                        <a:t>exp1 seeds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+4×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/>
                        <a:t>exp2 seeds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+3×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/>
                        <a:t>exp1 edges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+2.6×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/>
                        <a:t>exp2 edges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+2.2×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/>
                        <a:t>exp1 exclusive edges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+10×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/>
                        <a:t>exp2 exclusive edges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+1.2×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/>
                        <a:t>loop-aborted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 /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 /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−80%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600"/>
                        <a:t>headline winner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exp2 (+38)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exp1 (+110)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flipped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Where exp1 wins uniquely in the regex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/>
              <a:t>175 edges reached by exp1 that exp2 misses — top files: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06400">
                <a:tc>
                  <a:txBody>
                    <a:bodyPr/>
                    <a:lstStyle/>
                    <a:p>
                      <a:r>
                        <a:rPr sz="1700" b="1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/>
                        <a:t>unique edges (exp1 only)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700"/>
                        <a:t>re2/parse.cc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86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700"/>
                        <a:t>re2/regexp.cc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50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700"/>
                        <a:t>re2/simplify.cc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14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700"/>
                        <a:t>re2/compile.cc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9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700"/>
                        <a:t>re2/prog.cc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6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700"/>
                        <a:t>re2/re2.cc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3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700"/>
                        <a:t>re2/dfa.cc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3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700"/>
                        <a:t>util/logging.h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57784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/>
              <a:t>Parser / simplifier / compiler path. Exactly the branches the gap-targeted</a:t>
            </a:r>
          </a:p>
          <a:p>
            <a:pPr>
              <a:spcAft>
                <a:spcPts val="600"/>
              </a:spcAft>
            </a:pPr>
            <a:r>
              <a:rPr sz="1600"/>
              <a:t>prompt highlights. exp2 sees parser source but lacks the coverage annotation.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The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1.  Prompt format matters as much as prompt content.</a:t>
            </a:r>
          </a:p>
          <a:p>
            <a:pPr>
              <a:spcAft>
                <a:spcPts val="600"/>
              </a:spcAft>
            </a:pPr>
            <a:r>
              <a:rPr sz="1800"/>
              <a:t>    A content-correct prompt in the wrong format looks identical to</a:t>
            </a:r>
          </a:p>
          <a:p>
            <a:pPr>
              <a:spcAft>
                <a:spcPts val="600"/>
              </a:spcAft>
            </a:pPr>
            <a:r>
              <a:rPr sz="1800"/>
              <a:t>    "the model can't do the task." We almost concluded the bytes-format</a:t>
            </a:r>
          </a:p>
          <a:p>
            <a:pPr>
              <a:spcAft>
                <a:spcPts val="600"/>
              </a:spcAft>
            </a:pPr>
            <a:r>
              <a:rPr sz="1800"/>
              <a:t>    A/B favored exp2 when the real story was the harness/format mismatch.</a:t>
            </a:r>
          </a:p>
          <a:p>
            <a:pPr>
              <a:spcAft>
                <a:spcPts val="600"/>
              </a:spcAft>
            </a:pPr>
            <a:r>
              <a:rPr sz="1800"/>
              <a:t/>
            </a:r>
          </a:p>
          <a:p>
            <a:pPr>
              <a:spcAft>
                <a:spcPts val="600"/>
              </a:spcAft>
            </a:pPr>
            <a:r>
              <a:rPr sz="1800"/>
              <a:t>2.  Match the prompt to the target's native input idiom.</a:t>
            </a:r>
          </a:p>
          <a:p>
            <a:pPr>
              <a:spcAft>
                <a:spcPts val="600"/>
              </a:spcAft>
            </a:pPr>
            <a:r>
              <a:rPr sz="1800"/>
              <a:t>    Regex for RE2,  SQL for sqlite,  binary header for libpng.</a:t>
            </a:r>
          </a:p>
          <a:p>
            <a:pPr>
              <a:spcAft>
                <a:spcPts val="600"/>
              </a:spcAft>
            </a:pPr>
            <a:r>
              <a:rPr sz="1800"/>
              <a:t>    This is not a one-size template the way the research plan implied.</a:t>
            </a:r>
          </a:p>
          <a:p>
            <a:pPr>
              <a:spcAft>
                <a:spcPts val="600"/>
              </a:spcAft>
            </a:pPr>
            <a:r>
              <a:rPr sz="1800"/>
              <a:t/>
            </a:r>
          </a:p>
          <a:p>
            <a:pPr>
              <a:spcAft>
                <a:spcPts val="600"/>
              </a:spcAft>
            </a:pPr>
            <a:r>
              <a:rPr sz="1800"/>
              <a:t>3.  At matched format, the gap-targeted hypothesis holds on RE2 at this scale.</a:t>
            </a:r>
          </a:p>
          <a:p>
            <a:pPr>
              <a:spcAft>
                <a:spcPts val="600"/>
              </a:spcAft>
            </a:pPr>
            <a:r>
              <a:rPr sz="1800"/>
              <a:t>    But: n=3 samples, 1 target, 1 model — not yet a statistical claim.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Generalization follow-up — is exp1's +110 transferable?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/>
              <a:t>The 2026-04-13 A/B measures exp1 on the same fixture its gap list came from.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/>
              <a:t>Hypothesis (user):  exp2 (source-only) should generalize better because</a:t>
            </a:r>
          </a:p>
          <a:p>
            <a:pPr>
              <a:spcAft>
                <a:spcPts val="600"/>
              </a:spcAft>
            </a:pPr>
            <a:r>
              <a:rPr sz="1700"/>
              <a:t>                    exp1's gap list is a flashlight on a known neighborhood,</a:t>
            </a:r>
          </a:p>
          <a:p>
            <a:pPr>
              <a:spcAft>
                <a:spcPts val="600"/>
              </a:spcAft>
            </a:pPr>
            <a:r>
              <a:rPr sz="1700"/>
              <a:t>                    not a transferable skill.</a:t>
            </a:r>
          </a:p>
          <a:p>
            <a:pPr>
              <a:spcAft>
                <a:spcPts val="600"/>
              </a:spcAft>
            </a:pPr>
            <a:r>
              <a:rPr sz="1700"/>
              <a:t/>
            </a:r>
          </a:p>
          <a:p>
            <a:pPr>
              <a:spcAft>
                <a:spcPts val="600"/>
              </a:spcAft>
            </a:pPr>
            <a:r>
              <a:rPr sz="1700"/>
              <a:t>Three probes, all llama-8b, all regex format, all under $1 LLM spend:</a:t>
            </a:r>
          </a:p>
          <a:p>
            <a:pPr>
              <a:spcAft>
                <a:spcPts val="600"/>
              </a:spcAft>
            </a:pPr>
            <a:r>
              <a:rPr sz="1700"/>
              <a:t/>
            </a:r>
          </a:p>
          <a:p>
            <a:pPr>
              <a:spcAft>
                <a:spcPts val="600"/>
              </a:spcAft>
            </a:pPr>
            <a:r>
              <a:rPr sz="1700"/>
              <a:t>  P0   random baseline          — does either LLM cell beat chance?</a:t>
            </a:r>
          </a:p>
          <a:p>
            <a:pPr>
              <a:spcAft>
                <a:spcPts val="600"/>
              </a:spcAft>
            </a:pPr>
            <a:r>
              <a:rPr sz="1700"/>
              <a:t>  A    held-out source subset   — does exp1's win transfer to files its</a:t>
            </a:r>
          </a:p>
          <a:p>
            <a:pPr>
              <a:spcAft>
                <a:spcPts val="600"/>
              </a:spcAft>
            </a:pPr>
            <a:r>
              <a:rPr sz="1700"/>
              <a:t>                                  gap list never pointed at?</a:t>
            </a:r>
          </a:p>
          <a:p>
            <a:pPr>
              <a:spcAft>
                <a:spcPts val="600"/>
              </a:spcAft>
            </a:pPr>
            <a:r>
              <a:rPr sz="1700"/>
              <a:t>  B    7-cell prompt ablation   — which piece of exp1's context is</a:t>
            </a:r>
          </a:p>
          <a:p>
            <a:pPr>
              <a:spcAft>
                <a:spcPts val="600"/>
              </a:spcAft>
            </a:pPr>
            <a:r>
              <a:rPr sz="1700"/>
              <a:t>                                  actually doing the work?</a:t>
            </a:r>
          </a:p>
          <a:p>
            <a:pPr>
              <a:spcAft>
                <a:spcPts val="600"/>
              </a:spcAft>
            </a:pPr>
            <a:r>
              <a:rPr sz="1700"/>
              <a:t/>
            </a:r>
          </a:p>
          <a:p>
            <a:pPr>
              <a:spcAft>
                <a:spcPts val="600"/>
              </a:spcAft>
            </a:pPr>
            <a:r>
              <a:rPr sz="1700"/>
              <a:t>Experiment C (1h × 3-trial libFuzzer campaigns) deferred — needs build/fuzzer/</a:t>
            </a:r>
          </a:p>
          <a:p>
            <a:pPr>
              <a:spcAft>
                <a:spcPts val="600"/>
              </a:spcAft>
            </a:pPr>
            <a:r>
              <a:rPr sz="1700"/>
              <a:t>rebuild + ~9 CPU-hours; A+B evidence was judged sufficient.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P0 — Random baseline establishes the floor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/>
              <a:t>synthesis/scripts/generate_random_inputs.py --count 30 --seed 42 --input-format regex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/>
              <a:t>No LLM. Per seed: [2 random flag bytes][random ASCII, length 1-62] — deterministic under Random(42).</a:t>
            </a:r>
          </a:p>
          <a:p>
            <a:pPr>
              <a:spcAft>
                <a:spcPts val="600"/>
              </a:spcAft>
            </a:pPr>
            <a:r>
              <a:rPr sz="1400"/>
              <a:t>Sample seeds (hex preview, first byte = flag0, second = flag1, rest = ASCII body):</a:t>
            </a:r>
          </a:p>
          <a:p>
            <a:pPr>
              <a:spcAft>
                <a:spcPts val="600"/>
              </a:spcAft>
            </a:pPr>
            <a:r>
              <a:rPr sz="1400"/>
              <a:t>   seed_00.bin : 8C 31  4D 62 69 32 42 6F …      "Mbi2Bo…"</a:t>
            </a:r>
          </a:p>
          <a:p>
            <a:pPr>
              <a:spcAft>
                <a:spcPts val="600"/>
              </a:spcAft>
            </a:pPr>
            <a:r>
              <a:rPr sz="1400"/>
              <a:t>   seed_01.bin : 41 7E  32 41 50 77 5A 6B …      "2APwZk…"</a:t>
            </a:r>
          </a:p>
          <a:p>
            <a:pPr>
              <a:spcAft>
                <a:spcPts val="600"/>
              </a:spcAft>
            </a:pPr>
            <a:r>
              <a:rPr sz="1400"/>
              <a:t>   seed_02.bin : F0 19  74 68 6E 62 57 31 …      "thnbW1…"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2004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r>
                        <a:rPr sz="1700" b="1"/>
                        <a:t>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/>
                        <a:t>seeds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/>
                        <a:t>edges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/>
                        <a:t>Δ vs random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/>
                        <a:t>exp1 (gap-targeted)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1243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+263  (+27%)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/>
                        <a:t>exp2 (source-only)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1133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+153  (+16%)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/>
                        <a:t>random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/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035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/>
              <a:t>Both LLM cells clear the floor meaningfully — the "+110 edges" claim is not noise.</a:t>
            </a:r>
          </a:p>
          <a:p>
            <a:pPr>
              <a:spcAft>
                <a:spcPts val="600"/>
              </a:spcAft>
            </a:pPr>
            <a:r>
              <a:rPr sz="1500"/>
              <a:t>But: exp1's +110 over exp2 is only ≈42% of its +263 over random — most of the</a:t>
            </a:r>
          </a:p>
          <a:p>
            <a:pPr>
              <a:spcAft>
                <a:spcPts val="600"/>
              </a:spcAft>
            </a:pPr>
            <a:r>
              <a:rPr sz="1500"/>
              <a:t>above-random signal is reachable by exp2's recipe already.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Experiment A — held-out source-file subset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/>
              <a:t>Split RE2 into A (parser, seen by exp1 gaps) vs B (execution, held out).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/>
              <a:t>Set A (gap list restricted here):   re2/parse.cc, re2/regexp.cc, re2/simplify.cc, re2/tostring.cc</a:t>
            </a:r>
          </a:p>
          <a:p>
            <a:pPr>
              <a:spcAft>
                <a:spcPts val="600"/>
              </a:spcAft>
            </a:pPr>
            <a:r>
              <a:rPr sz="1400"/>
              <a:t>Set B (held out; coverage measured): re2/{compile,prog,dfa,nfa,onepass,bitstate,re2}.cc +</a:t>
            </a:r>
          </a:p>
          <a:p>
            <a:pPr>
              <a:spcAft>
                <a:spcPts val="600"/>
              </a:spcAft>
            </a:pPr>
            <a:r>
              <a:rPr sz="1400"/>
              <a:t>                                      util/{rune,strutil}.cc</a:t>
            </a:r>
          </a:p>
          <a:p>
            <a:pPr>
              <a:spcAft>
                <a:spcPts val="600"/>
              </a:spcAft>
            </a:pPr>
            <a:r>
              <a:rPr sz="1400"/>
              <a:t/>
            </a:r>
          </a:p>
          <a:p>
            <a:pPr>
              <a:spcAft>
                <a:spcPts val="600"/>
              </a:spcAft>
            </a:pPr>
            <a:r>
              <a:rPr sz="1400"/>
              <a:t>How the exp1_heldout cell is synthesized (prompt-level diff, everything else unchanged):</a:t>
            </a:r>
          </a:p>
          <a:p>
            <a:pPr>
              <a:spcAft>
                <a:spcPts val="600"/>
              </a:spcAft>
            </a:pPr>
            <a:r>
              <a:rPr sz="1400"/>
              <a:t>  compute_gaps.py  --gap-source-roots re2/parse.cc re2/regexp.cc re2/simplify.cc re2/tostring.cc</a:t>
            </a:r>
          </a:p>
          <a:p>
            <a:pPr>
              <a:spcAft>
                <a:spcPts val="600"/>
              </a:spcAft>
            </a:pPr>
            <a:r>
              <a:rPr sz="1400"/>
              <a:t>       → coverage_gaps.json contains ONLY gaps inside set A</a:t>
            </a:r>
          </a:p>
          <a:p>
            <a:pPr>
              <a:spcAft>
                <a:spcPts val="600"/>
              </a:spcAft>
            </a:pPr>
            <a:r>
              <a:rPr sz="1400"/>
              <a:t>       → the "=== UNCOVERED BRANCHES ===" block the LLM sees lists set-A files only</a:t>
            </a:r>
          </a:p>
          <a:p>
            <a:pPr>
              <a:spcAft>
                <a:spcPts val="600"/>
              </a:spcAft>
            </a:pPr>
            <a:r>
              <a:rPr sz="1400"/>
              <a:t>  measure_coverage.py --source-roots &lt;set-B dirs&gt;   → edges counted only on held-out files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402336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r>
                        <a:rPr sz="1600" b="1"/>
                        <a:t>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seeds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B-edges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Δ vs exp2 on 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exp1_full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+3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exp2_source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exp1_heldout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−15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random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−39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4360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/>
              <a:t>+110 in-distribution  →  +3 on held-out files  →  −15 when the gap list is restricted</a:t>
            </a:r>
          </a:p>
          <a:p>
            <a:pPr>
              <a:spcAft>
                <a:spcPts val="600"/>
              </a:spcAft>
            </a:pPr>
            <a:r>
              <a:rPr sz="1400"/>
              <a:t>to a disjoint file set.  exp2's recipe transfers; exp1's does not.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Experiment B — prompt matrix (what each cell actually shows the model)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/>
              <a:t>Template: synthesis/prompts/ablation_synthesis_regex.j2  (Jinja toggles: include_tests, include_gaps, include_source)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/>
                <a:gridCol w="1502228"/>
                <a:gridCol w="1502228"/>
                <a:gridCol w="1502228"/>
                <a:gridCol w="1502228"/>
                <a:gridCol w="1502228"/>
                <a:gridCol w="1502232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harness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exp1_full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control A (the +110 winner)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exp1_gaps_only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strip tests from exp1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exp1_tests_only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strip gaps from exp1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exp2_source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control B (assert_no_tests on)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exp2_plus_gaps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source + gaps, no tests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exp2_plus_tests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source + tests, no gaps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no LLM; Random(42) body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57784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/>
              <a:t>Each ✓ is a Jinja block rendered into the same base template;</a:t>
            </a:r>
          </a:p>
          <a:p>
            <a:pPr>
              <a:spcAft>
                <a:spcPts val="600"/>
              </a:spcAft>
            </a:pPr>
            <a:r>
              <a:rPr sz="1400"/>
              <a:t>the rest of the prompt (task description, output rules, JSON schema) is identical.</a:t>
            </a:r>
          </a:p>
          <a:p>
            <a:pPr>
              <a:spcAft>
                <a:spcPts val="600"/>
              </a:spcAft>
            </a:pPr>
            <a:r>
              <a:rPr sz="1400"/>
              <a:t>This isolates the causal effect of each context block instead of confounding them.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Experiment B — 7-cell prompt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/>
              <a:t>Which piece of exp1's extra context (gaps vs tests) is actually load-bearing?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434340">
                <a:tc>
                  <a:txBody>
                    <a:bodyPr/>
                    <a:lstStyle/>
                    <a:p>
                      <a:r>
                        <a:rPr sz="1400" b="1"/>
                        <a:t>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edges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Δ vs exp1_full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400"/>
                        <a:t>exp2_plus_gaps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+7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400"/>
                        <a:t>exp1_full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400"/>
                        <a:t>exp2_plus_tests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−33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400"/>
                        <a:t>exp2_source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−110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400"/>
                        <a:t>exp1_tests_only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−150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400"/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−263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400"/>
                        <a:t>exp1_gaps_only*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−364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9496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/>
              <a:t>1. Source is the load-bearing context (all source cells ≥ 1133).</a:t>
            </a:r>
          </a:p>
          <a:p>
            <a:pPr>
              <a:spcAft>
                <a:spcPts val="600"/>
              </a:spcAft>
            </a:pPr>
            <a:r>
              <a:rPr sz="1300"/>
              <a:t>2. Gaps amplify source:  exp2_plus_gaps beats exp2_source by +117  (largest single-variable effect).</a:t>
            </a:r>
          </a:p>
          <a:p>
            <a:pPr>
              <a:spcAft>
                <a:spcPts val="600"/>
              </a:spcAft>
            </a:pPr>
            <a:r>
              <a:rPr sz="1300"/>
              <a:t>3. Tests alone ≈ source alone  (1093 vs 1133).</a:t>
            </a:r>
          </a:p>
          <a:p>
            <a:pPr>
              <a:spcAft>
                <a:spcPts val="600"/>
              </a:spcAft>
            </a:pPr>
            <a:r>
              <a:rPr sz="1300"/>
              <a:t>*exp1_gaps_only: 2/3 samples loop-aborted on llama — dense gaps w/o source/tests derails the model.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Verdict — hypothesis supported, with a sharper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/>
              <a:t>The user's hypothesis — "exp2 generalizes better than exp1" — is</a:t>
            </a:r>
          </a:p>
          <a:p>
            <a:pPr>
              <a:spcAft>
                <a:spcPts val="600"/>
              </a:spcAft>
            </a:pPr>
            <a:r>
              <a:rPr sz="1600"/>
              <a:t>supported with nuance:</a:t>
            </a:r>
          </a:p>
          <a:p>
            <a:pPr>
              <a:spcAft>
                <a:spcPts val="600"/>
              </a:spcAft>
            </a:pPr>
            <a:r>
              <a:rPr sz="1600"/>
              <a:t/>
            </a:r>
          </a:p>
          <a:p>
            <a:pPr>
              <a:spcAft>
                <a:spcPts val="600"/>
              </a:spcAft>
            </a:pPr>
            <a:r>
              <a:rPr sz="1600"/>
              <a:t>  • On the same files the gap list points at, exp1 wins decisively  (+110).</a:t>
            </a:r>
          </a:p>
          <a:p>
            <a:pPr>
              <a:spcAft>
                <a:spcPts val="600"/>
              </a:spcAft>
            </a:pPr>
            <a:r>
              <a:rPr sz="1600"/>
              <a:t>  • On held-out files within the same target, exp1's advantage collapses  (+3).</a:t>
            </a:r>
          </a:p>
          <a:p>
            <a:pPr>
              <a:spcAft>
                <a:spcPts val="600"/>
              </a:spcAft>
            </a:pPr>
            <a:r>
              <a:rPr sz="1600"/>
              <a:t>  • When exp1's gaps are restricted to a disjoint file set, exp1 loses  (−15).</a:t>
            </a:r>
          </a:p>
          <a:p>
            <a:pPr>
              <a:spcAft>
                <a:spcPts val="600"/>
              </a:spcAft>
            </a:pPr>
            <a:r>
              <a:rPr sz="1600"/>
              <a:t/>
            </a:r>
          </a:p>
          <a:p>
            <a:pPr>
              <a:spcAft>
                <a:spcPts val="600"/>
              </a:spcAft>
            </a:pPr>
            <a:r>
              <a:rPr sz="1600"/>
              <a:t>The most efficient single recipe on this fixture is exp2_plus_gaps</a:t>
            </a:r>
          </a:p>
          <a:p>
            <a:pPr>
              <a:spcAft>
                <a:spcPts val="600"/>
              </a:spcAft>
            </a:pPr>
            <a:r>
              <a:rPr sz="1600"/>
              <a:t>(source code + coverage gaps, no tests) — +7 over exp1_full, +117 over exp2_source.</a:t>
            </a:r>
          </a:p>
          <a:p>
            <a:pPr>
              <a:spcAft>
                <a:spcPts val="600"/>
              </a:spcAft>
            </a:pPr>
            <a:r>
              <a:rPr sz="1600"/>
              <a:t/>
            </a:r>
          </a:p>
          <a:p>
            <a:pPr>
              <a:spcAft>
                <a:spcPts val="600"/>
              </a:spcAft>
            </a:pPr>
            <a:r>
              <a:rPr sz="1600"/>
              <a:t>Clean take: the right baseline is not exp1 or exp2 — it's</a:t>
            </a:r>
          </a:p>
          <a:p>
            <a:pPr>
              <a:spcAft>
                <a:spcPts val="600"/>
              </a:spcAft>
            </a:pPr>
            <a:r>
              <a:rPr sz="1600"/>
              <a:t>source + cheap coverage annotations. exp1's +110 was mostly the annotation doing</a:t>
            </a:r>
          </a:p>
          <a:p>
            <a:pPr>
              <a:spcAft>
                <a:spcPts val="600"/>
              </a:spcAft>
            </a:pPr>
            <a:r>
              <a:rPr sz="1600"/>
              <a:t>work exp2's source already covered, and on held-out files the annotation stops</a:t>
            </a:r>
          </a:p>
          <a:p>
            <a:pPr>
              <a:spcAft>
                <a:spcPts val="600"/>
              </a:spcAft>
            </a:pPr>
            <a:r>
              <a:rPr sz="1600"/>
              <a:t>generalizing.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What this does NOT prove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/>
              <a:t>•  Single target, single model.</a:t>
            </a:r>
          </a:p>
          <a:p>
            <a:pPr>
              <a:spcAft>
                <a:spcPts val="600"/>
              </a:spcAft>
            </a:pPr>
            <a:r>
              <a:rPr sz="1600"/>
              <a:t>   Held-out subset test is intra-target; cross-target transfer is still open.</a:t>
            </a:r>
          </a:p>
          <a:p>
            <a:pPr>
              <a:spcAft>
                <a:spcPts val="600"/>
              </a:spcAft>
            </a:pPr>
            <a:r>
              <a:rPr sz="1600"/>
              <a:t>   Need a second target in its own native idiom before claiming the recipe generalizes.</a:t>
            </a:r>
          </a:p>
          <a:p>
            <a:pPr>
              <a:spcAft>
                <a:spcPts val="600"/>
              </a:spcAft>
            </a:pPr>
            <a:r>
              <a:rPr sz="1600"/>
              <a:t/>
            </a:r>
          </a:p>
          <a:p>
            <a:pPr>
              <a:spcAft>
                <a:spcPts val="600"/>
              </a:spcAft>
            </a:pPr>
            <a:r>
              <a:rPr sz="1600"/>
              <a:t>•  No libFuzzer campaign numbers.</a:t>
            </a:r>
          </a:p>
          <a:p>
            <a:pPr>
              <a:spcAft>
                <a:spcPts val="600"/>
              </a:spcAft>
            </a:pPr>
            <a:r>
              <a:rPr sz="1600"/>
              <a:t>   This deck measures the seed corpus directly; the research-relevant</a:t>
            </a:r>
          </a:p>
          <a:p>
            <a:pPr>
              <a:spcAft>
                <a:spcPts val="600"/>
              </a:spcAft>
            </a:pPr>
            <a:r>
              <a:rPr sz="1600"/>
              <a:t>   metric is 24h-campaign coverage starting from each seed set (Experiment C, deferred).</a:t>
            </a:r>
          </a:p>
          <a:p>
            <a:pPr>
              <a:spcAft>
                <a:spcPts val="600"/>
              </a:spcAft>
            </a:pPr>
            <a:r>
              <a:rPr sz="1600"/>
              <a:t/>
            </a:r>
          </a:p>
          <a:p>
            <a:pPr>
              <a:spcAft>
                <a:spcPts val="600"/>
              </a:spcAft>
            </a:pPr>
            <a:r>
              <a:rPr sz="1600"/>
              <a:t>•  Not yet exercised against a frontier model.</a:t>
            </a:r>
          </a:p>
          <a:p>
            <a:pPr>
              <a:spcAft>
                <a:spcPts val="600"/>
              </a:spcAft>
            </a:pPr>
            <a:r>
              <a:rPr sz="1600"/>
              <a:t>   The exp1_gaps_only collapse is llama-specific — may disappear on GPT-4o / Claude.</a:t>
            </a:r>
          </a:p>
          <a:p>
            <a:pPr>
              <a:spcAft>
                <a:spcPts val="600"/>
              </a:spcAft>
            </a:pPr>
            <a:r>
              <a:rPr sz="1600"/>
              <a:t>   A frontier rerun on just that cell (~$1) would make or break the "gaps are</a:t>
            </a:r>
          </a:p>
          <a:p>
            <a:pPr>
              <a:spcAft>
                <a:spcPts val="600"/>
              </a:spcAft>
            </a:pPr>
            <a:r>
              <a:rPr sz="1600"/>
              <a:t>   load-bearing" claim.</a:t>
            </a:r>
          </a:p>
          <a:p>
            <a:pPr>
              <a:spcAft>
                <a:spcPts val="600"/>
              </a:spcAft>
            </a:pPr>
            <a:r>
              <a:rPr sz="1600"/>
              <a:t/>
            </a:r>
          </a:p>
          <a:p>
            <a:pPr>
              <a:spcAft>
                <a:spcPts val="600"/>
              </a:spcAft>
            </a:pPr>
            <a:r>
              <a:rPr sz="1600"/>
              <a:t>•  n≈20–30 per cell supports direction, not a p-value.</a:t>
            </a:r>
          </a:p>
          <a:p>
            <a:pPr>
              <a:spcAft>
                <a:spcPts val="600"/>
              </a:spcAft>
            </a:pPr>
            <a:r>
              <a:rPr sz="1600"/>
              <a:t>   Rigorous stats would need n≥30 per cell and multiple random A/B file splits.</a:t>
            </a:r>
          </a:p>
          <a:p>
            <a:pPr>
              <a:spcAft>
                <a:spcPts val="600"/>
              </a:spcAft>
            </a:pPr>
            <a:r>
              <a:rPr sz="1600"/>
              <a:t/>
            </a:r>
          </a:p>
          <a:p>
            <a:pPr>
              <a:spcAft>
                <a:spcPts val="600"/>
              </a:spcAft>
            </a:pPr>
            <a:r>
              <a:rPr sz="1600"/>
              <a:t>•  Fine-tuning path (Phase 4) is dry-run-only until A100 access.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Reproducibility — the 2026-04-13 regex A/B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/>
              <a:t>Full bash in docs/AB_RE2_REPORT.md §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/>
              <a:t># exp1 (gap-targeted)</a:t>
            </a:r>
          </a:p>
          <a:p>
            <a:pPr>
              <a:spcAft>
                <a:spcPts val="600"/>
              </a:spcAft>
            </a:pPr>
            <a:r>
              <a:rPr sz="1400"/>
              <a:t>UTCF_LITELLM_URL=https://api.ai.it.ufl.edu UTCF_LLM_RPM=12 \</a:t>
            </a:r>
          </a:p>
          <a:p>
            <a:pPr>
              <a:spcAft>
                <a:spcPts val="600"/>
              </a:spcAft>
            </a:pPr>
            <a:r>
              <a:rPr sz="1400"/>
              <a:t>.venv/bin/python -m synthesis.scripts.generate_inputs \</a:t>
            </a:r>
          </a:p>
          <a:p>
            <a:pPr>
              <a:spcAft>
                <a:spcPts val="600"/>
              </a:spcAft>
            </a:pPr>
            <a:r>
              <a:rPr sz="1400"/>
              <a:t>    --target re2 --model llama-3.1-8b-instruct --samples 3 --experiment exp1 \</a:t>
            </a:r>
          </a:p>
          <a:p>
            <a:pPr>
              <a:spcAft>
                <a:spcPts val="600"/>
              </a:spcAft>
            </a:pPr>
            <a:r>
              <a:rPr sz="1400"/>
              <a:t>    --input-format regex \</a:t>
            </a:r>
          </a:p>
          <a:p>
            <a:pPr>
              <a:spcAft>
                <a:spcPts val="600"/>
              </a:spcAft>
            </a:pPr>
            <a:r>
              <a:rPr sz="1400"/>
              <a:t>    --dataset-root dataset/fixtures/re2_ab \</a:t>
            </a:r>
          </a:p>
          <a:p>
            <a:pPr>
              <a:spcAft>
                <a:spcPts val="600"/>
              </a:spcAft>
            </a:pPr>
            <a:r>
              <a:rPr sz="1400"/>
              <a:t>    --results-root dataset/fixtures/re2_ab/phase3_results</a:t>
            </a:r>
          </a:p>
          <a:p>
            <a:pPr>
              <a:spcAft>
                <a:spcPts val="600"/>
              </a:spcAft>
            </a:pPr>
            <a:r>
              <a:rPr sz="1400"/>
              <a:t/>
            </a:r>
          </a:p>
          <a:p>
            <a:pPr>
              <a:spcAft>
                <a:spcPts val="600"/>
              </a:spcAft>
            </a:pPr>
            <a:r>
              <a:rPr sz="1400"/>
              <a:t># exp2 (source-only)</a:t>
            </a:r>
          </a:p>
          <a:p>
            <a:pPr>
              <a:spcAft>
                <a:spcPts val="600"/>
              </a:spcAft>
            </a:pPr>
            <a:r>
              <a:rPr sz="1400"/>
              <a:t>UTCF_LITELLM_URL=https://api.ai.it.ufl.edu UTCF_LLM_RPM=12 \</a:t>
            </a:r>
          </a:p>
          <a:p>
            <a:pPr>
              <a:spcAft>
                <a:spcPts val="600"/>
              </a:spcAft>
            </a:pPr>
            <a:r>
              <a:rPr sz="1400"/>
              <a:t>.venv/bin/python -m synthesis.scripts.generate_source_inputs \</a:t>
            </a:r>
          </a:p>
          <a:p>
            <a:pPr>
              <a:spcAft>
                <a:spcPts val="600"/>
              </a:spcAft>
            </a:pPr>
            <a:r>
              <a:rPr sz="1400"/>
              <a:t>    --target re2 --model llama-3.1-8b-instruct --samples 3 \</a:t>
            </a:r>
          </a:p>
          <a:p>
            <a:pPr>
              <a:spcAft>
                <a:spcPts val="600"/>
              </a:spcAft>
            </a:pPr>
            <a:r>
              <a:rPr sz="1400"/>
              <a:t>    --source-max-files 4 --source-token-budget 14000 --max-tokens 8192 \</a:t>
            </a:r>
          </a:p>
          <a:p>
            <a:pPr>
              <a:spcAft>
                <a:spcPts val="600"/>
              </a:spcAft>
            </a:pPr>
            <a:r>
              <a:rPr sz="1400"/>
              <a:t>    --input-format regex \</a:t>
            </a:r>
          </a:p>
          <a:p>
            <a:pPr>
              <a:spcAft>
                <a:spcPts val="600"/>
              </a:spcAft>
            </a:pPr>
            <a:r>
              <a:rPr sz="1400"/>
              <a:t>    --results-root dataset/fixtures/re2_ab/exp2_results</a:t>
            </a:r>
          </a:p>
          <a:p>
            <a:pPr>
              <a:spcAft>
                <a:spcPts val="600"/>
              </a:spcAft>
            </a:pPr>
            <a:r>
              <a:rPr sz="1400"/>
              <a:t/>
            </a:r>
          </a:p>
          <a:p>
            <a:pPr>
              <a:spcAft>
                <a:spcPts val="600"/>
              </a:spcAft>
            </a:pPr>
            <a:r>
              <a:rPr sz="1400"/>
              <a:t># coverage + diff — see AB report for measure_coverage + ab_coverage_diff</a:t>
            </a:r>
          </a:p>
          <a:p>
            <a:pPr>
              <a:spcAft>
                <a:spcPts val="600"/>
              </a:spcAft>
            </a:pPr>
            <a:r>
              <a:rPr sz="1400"/>
              <a:t/>
            </a:r>
          </a:p>
          <a:p>
            <a:pPr>
              <a:spcAft>
                <a:spcPts val="600"/>
              </a:spcAft>
            </a:pPr>
            <a:r>
              <a:rPr sz="1400"/>
              <a:t>Total LLM spend: ~$0.007.    Wall-clock: under 2 minutes.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Decision 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1.  Authorize a frontier-model rerun of Experiment B.</a:t>
            </a:r>
          </a:p>
          <a:p>
            <a:pPr>
              <a:spcAft>
                <a:spcPts val="600"/>
              </a:spcAft>
            </a:pPr>
            <a:r>
              <a:rPr sz="1800"/>
              <a:t>    GPT-4o / Claude Sonnet on the 7-cell ablation. ~$10.</a:t>
            </a:r>
          </a:p>
          <a:p>
            <a:pPr>
              <a:spcAft>
                <a:spcPts val="600"/>
              </a:spcAft>
            </a:pPr>
            <a:r>
              <a:rPr sz="1800"/>
              <a:t>    Specifically tests whether exp1_gaps_only's collapse is model-specific</a:t>
            </a:r>
          </a:p>
          <a:p>
            <a:pPr>
              <a:spcAft>
                <a:spcPts val="600"/>
              </a:spcAft>
            </a:pPr>
            <a:r>
              <a:rPr sz="1800"/>
              <a:t>    and whether exp2_plus_gaps stays ahead of exp1_full.</a:t>
            </a:r>
          </a:p>
          <a:p>
            <a:pPr>
              <a:spcAft>
                <a:spcPts val="600"/>
              </a:spcAft>
            </a:pPr>
            <a:r>
              <a:rPr sz="1800"/>
              <a:t/>
            </a:r>
          </a:p>
          <a:p>
            <a:pPr>
              <a:spcAft>
                <a:spcPts val="600"/>
              </a:spcAft>
            </a:pPr>
            <a:r>
              <a:rPr sz="1800"/>
              <a:t>2.  Commit to per-target prompt templates for any new target in the A/B set.</a:t>
            </a:r>
          </a:p>
          <a:p>
            <a:pPr>
              <a:spcAft>
                <a:spcPts val="600"/>
              </a:spcAft>
            </a:pPr>
            <a:r>
              <a:rPr sz="1800"/>
              <a:t>    RE2 shows this is non-optional  (regex for RE2, SQL for sqlite, …).</a:t>
            </a:r>
          </a:p>
          <a:p>
            <a:pPr>
              <a:spcAft>
                <a:spcPts val="600"/>
              </a:spcAft>
            </a:pPr>
            <a:r>
              <a:rPr sz="1800"/>
              <a:t/>
            </a:r>
          </a:p>
          <a:p>
            <a:pPr>
              <a:spcAft>
                <a:spcPts val="600"/>
              </a:spcAft>
            </a:pPr>
            <a:r>
              <a:rPr sz="1800"/>
              <a:t>3.  Promote exp2_plus_gaps to the reference recipe going forward.</a:t>
            </a:r>
          </a:p>
          <a:p>
            <a:pPr>
              <a:spcAft>
                <a:spcPts val="600"/>
              </a:spcAft>
            </a:pPr>
            <a:r>
              <a:rPr sz="1800"/>
              <a:t>    Source + coverage gaps (no tests) is the efficient frontier on this fixture.</a:t>
            </a:r>
          </a:p>
          <a:p>
            <a:pPr>
              <a:spcAft>
                <a:spcPts val="600"/>
              </a:spcAft>
            </a:pPr>
            <a:r>
              <a:rPr sz="1800"/>
              <a:t/>
            </a:r>
          </a:p>
          <a:p>
            <a:pPr>
              <a:spcAft>
                <a:spcPts val="600"/>
              </a:spcAft>
            </a:pPr>
            <a:r>
              <a:rPr sz="1800"/>
              <a:t>4.  Unblock Experiment C: build/fuzzer/ rebuild + ~9 CPU-hours for 1h×3-trial</a:t>
            </a:r>
          </a:p>
          <a:p>
            <a:pPr>
              <a:spcAft>
                <a:spcPts val="600"/>
              </a:spcAft>
            </a:pPr>
            <a:r>
              <a:rPr sz="1800"/>
              <a:t>    campaigns. Or the earlier 29,440 CPU-hour 24h-campaign ask — either way the</a:t>
            </a:r>
          </a:p>
          <a:p>
            <a:pPr>
              <a:spcAft>
                <a:spcPts val="600"/>
              </a:spcAft>
            </a:pPr>
            <a:r>
              <a:rPr sz="1800"/>
              <a:t>    regex-format seeds are the right input to that run.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Backing material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/>
              <a:t>docs/STATUS.md</a:t>
            </a:r>
          </a:p>
          <a:p>
            <a:pPr>
              <a:spcAft>
                <a:spcPts val="600"/>
              </a:spcAft>
            </a:pPr>
            <a:r>
              <a:rPr sz="1600"/>
              <a:t>    Living handoff doc. Read first for current state, active work,</a:t>
            </a:r>
          </a:p>
          <a:p>
            <a:pPr>
              <a:spcAft>
                <a:spcPts val="600"/>
              </a:spcAft>
            </a:pPr>
            <a:r>
              <a:rPr sz="1600"/>
              <a:t>    planned next steps, and the 1-screen pipeline overview.</a:t>
            </a:r>
          </a:p>
          <a:p>
            <a:pPr>
              <a:spcAft>
                <a:spcPts val="600"/>
              </a:spcAft>
            </a:pPr>
            <a:r>
              <a:rPr sz="1600"/>
              <a:t/>
            </a:r>
          </a:p>
          <a:p>
            <a:pPr>
              <a:spcAft>
                <a:spcPts val="600"/>
              </a:spcAft>
            </a:pPr>
            <a:r>
              <a:rPr sz="1600"/>
              <a:t>docs/AB_RE2_REPORT.md</a:t>
            </a:r>
          </a:p>
          <a:p>
            <a:pPr>
              <a:spcAft>
                <a:spcPts val="600"/>
              </a:spcAft>
            </a:pPr>
            <a:r>
              <a:rPr sz="1600"/>
              <a:t>    Full A/B writeup — headline numbers, bytes-run archive, reproducibility bash.</a:t>
            </a:r>
          </a:p>
          <a:p>
            <a:pPr>
              <a:spcAft>
                <a:spcPts val="600"/>
              </a:spcAft>
            </a:pPr>
            <a:r>
              <a:rPr sz="1600"/>
              <a:t/>
            </a:r>
          </a:p>
          <a:p>
            <a:pPr>
              <a:spcAft>
                <a:spcPts val="600"/>
              </a:spcAft>
            </a:pPr>
            <a:r>
              <a:rPr sz="1600"/>
              <a:t>docs/claude_code_plan_v3.md  /  docs/research_document_v3.md</a:t>
            </a:r>
          </a:p>
          <a:p>
            <a:pPr>
              <a:spcAft>
                <a:spcPts val="600"/>
              </a:spcAft>
            </a:pPr>
            <a:r>
              <a:rPr sz="1600"/>
              <a:t>    Authoritative execution plan + research design.</a:t>
            </a:r>
          </a:p>
          <a:p>
            <a:pPr>
              <a:spcAft>
                <a:spcPts val="600"/>
              </a:spcAft>
            </a:pPr>
            <a:r>
              <a:rPr sz="1600"/>
              <a:t/>
            </a:r>
          </a:p>
          <a:p>
            <a:pPr>
              <a:spcAft>
                <a:spcPts val="600"/>
              </a:spcAft>
            </a:pPr>
            <a:r>
              <a:rPr sz="1600"/>
              <a:t>analysis/scripts/ab_coverage_diff.py</a:t>
            </a:r>
          </a:p>
          <a:p>
            <a:pPr>
              <a:spcAft>
                <a:spcPts val="600"/>
              </a:spcAft>
            </a:pPr>
            <a:r>
              <a:rPr sz="1600"/>
              <a:t>    Turns two CoverageProfile JSONs into set-wise line/edge diff + Jaccard</a:t>
            </a:r>
          </a:p>
          <a:p>
            <a:pPr>
              <a:spcAft>
                <a:spcPts val="600"/>
              </a:spcAft>
            </a:pPr>
            <a:r>
              <a:rPr sz="1600"/>
              <a:t>    + per-file tables. Source of every number in slide 10.</a:t>
            </a:r>
          </a:p>
          <a:p>
            <a:pPr>
              <a:spcAft>
                <a:spcPts val="600"/>
              </a:spcAft>
            </a:pPr>
            <a:r>
              <a:rPr sz="1600"/>
              <a:t/>
            </a:r>
          </a:p>
          <a:p>
            <a:pPr>
              <a:spcAft>
                <a:spcPts val="600"/>
              </a:spcAft>
            </a:pPr>
            <a:r>
              <a:rPr sz="1600"/>
              <a:t>dataset/fixtures/re2_ab/ab_coverage/</a:t>
            </a:r>
          </a:p>
          <a:p>
            <a:pPr>
              <a:spcAft>
                <a:spcPts val="600"/>
              </a:spcAft>
            </a:pPr>
            <a:r>
              <a:rPr sz="1600"/>
              <a:t>    The exp1.json, exp2.json, ab_coverage_diff.{json,md} this deck is built 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