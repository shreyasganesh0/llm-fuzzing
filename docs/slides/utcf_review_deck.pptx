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Edges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exp1 (gap-targeted)</c:v>
                  </c:pt>
                  <c:pt idx="1">
                    <c:v>exp2 (source-only)</c:v>
                  </c:pt>
                  <c:pt idx="2">
                    <c:v>random baseline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1243</c:v>
                </c:pt>
                <c:pt idx="1">
                  <c:v>1133</c:v>
                </c:pt>
                <c:pt idx="2">
                  <c:v>980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8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LLM-Guided Fuzzing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Seed Corpora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A/B on RE2 + generalization experiments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5303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Shreyas Ganesh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University of Florida   |   April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RE2  |  Model: llama-3.1-8b-instruct (UF LiteLLM)  |  Total spend: ~$0.01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research question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51206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463040"/>
            <a:ext cx="73152" cy="2377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1 — Gap-targeted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1031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= harness + coverage gaps + upstream tests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sees which branches are uncovered and generates regex patterns to hit them.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1206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09360" y="1463040"/>
            <a:ext cx="73152" cy="2377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2 — Source-only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75120" y="21031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= harness + library source code (no tests, no gaps)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must discover hard branches on its own from source code alone.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Shared: 3-test RE2 fixture, llama-3.1-8b-instruct, 3 samples, T=0.7, top_p=0.95, identical harness format.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937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Does unit-test conditioning improve seed quality, or can the LLM figure it out from source alone?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Pipeline: one synthesis sample, end to end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1920240" cy="18288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96596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instrumented RE2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tests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coverage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gaps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95728" y="210312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697480" y="1463040"/>
            <a:ext cx="1920240" cy="18288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0" y="196596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predicts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branches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(exp1 only)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36008" y="210312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937760" y="1463040"/>
            <a:ext cx="1920240" cy="182880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74920" y="196596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synthesizes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patterns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samples, T=0.7)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76288" y="210312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178040" y="1463040"/>
            <a:ext cx="1920240" cy="182880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7804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0" y="196596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parse_regex_response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prepend 2 flag bytes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to [3,64] bytes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16568" y="2103120"/>
            <a:ext cx="283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418320" y="1463040"/>
            <a:ext cx="1920240" cy="1828800"/>
          </a:xfrm>
          <a:prstGeom prst="rect">
            <a:avLst/>
          </a:prstGeom>
          <a:solidFill>
            <a:srgbClr val="0F2B46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418320" y="1600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555480" y="1965960"/>
            <a:ext cx="1645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seed_replay binary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llvm-profdata merge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llvm-cov export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CoverageProfile JSON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112471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008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I/O for RE2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206240"/>
            <a:ext cx="10698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to Phase 1: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RE2 @ commit 499ef7e, clang-15 coverage flags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of Phase 1: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tests.json (3 tests), coverage_gaps.json (2042 gap branches, 8.7% branch cov)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to Phase 3: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Jinja2 prompt → rendered with gaps + test examples → sent to llama-3.1-8b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of Phase 3: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{"regexes": [{"regex": "(?P&lt;g1&gt;a+)", ...}, ...]}  →  10 regex strings per sample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 output:  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seed_b3e5b41c.bin = DC E3 (?P&lt;g1&gt;a+)  (12 bytes: 2 flag + 10 regex)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Evaluate output: 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CoverageProfile JSON → edges_covered=1243, lines_covered=2530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RE2 harness format: what a seed actually 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48640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4630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RE2 Harness (simplified)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51206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LLVMFuzzerTestOneInput(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uint8_t *data, size_t size)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(size &lt; 3 || size &gt; 64) return 0;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uint8_t flags[2] = {data[0], data[1]};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pattern(data+2, data+size);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RE2::Options opt;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apply_flags(opt, flags);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RE2 re(pattern, opt);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(re.ok()) RE2::FullMatch("abc", re);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0;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858000" y="1371600"/>
            <a:ext cx="45720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0" y="1463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file layout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223760" y="2103120"/>
            <a:ext cx="1097280" cy="6400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0" y="21031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 E3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23760" y="2423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flag bytes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0" y="2103120"/>
            <a:ext cx="283464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0" y="21031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(?P&lt;g1&gt;a+)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0" y="2423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1–62 regex bytes (UTF-8)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223760" y="2926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3–64 bytes. Harness rejects anything outside this range.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40880" y="33832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seeds from exp1 sample 0: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0" y="36576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6D 29  \u{1234}+            (11 bytes)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5A 2A  (a*)*                ( 7 bytes)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4C  a{1000,}             (10 bytes)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572000"/>
            <a:ext cx="10698480" cy="109728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6634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LLM produces the regex string only. The tooling prepends deterministic flag bytes (sha256-seeded) and clips to [3,64]. This means the prompt must match the target's native input idiom — regex for RE2, SQL for SQLite, etc.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each experiment shows the LLM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577840" cy="4937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280160"/>
            <a:ext cx="557784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1 — input_synthesis_regex.j2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System prompt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"You are generating REGEX PATTERNS..."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Harness source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LLVMFuzzerTestOneInput (full C++ code)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Upstream test examples (5 few-shot)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Regexp.BigRef, Regexp.NamedCaptures, ...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Coverage gaps (5 entries)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Gap 1: re2/bitstate.cc:112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Code: if (njob_ &gt;= maxjob_) { ...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"Requires stack overflow"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Output schema + rules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{"regexes": [{"regex": "...", ...}]}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280160"/>
            <a:ext cx="5577840" cy="4937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09360" y="1280160"/>
            <a:ext cx="557784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3258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2 — source_only_synthesis_regex.j2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182880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System prompt (source-only variant)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"You are a code analysis expert..."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Harness source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LLVMFuzzerTestOneInput (same)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Library source code (~14K tokens)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re2/re2.cc, re2/compile.cc,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re2/parse.cc, re2/simplify.cc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(call-graph prioritized, 4 files)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tests. NO gaps. NO coverage data.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assert_no_tests() guard enforced.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Output schema + rules (identical)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{"regexes": [{"regex": "...", ...}]}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LLM returns → what becomes a seed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577840" cy="3749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3716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LLM response (exp1, sample 0)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212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{"regexes": [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{"regex": "\\u{1234}+",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"target_gaps": ["re2/bitstate.cc:112", ...],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"reasoning": "Unicode escape, stack growth"},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{"regex": "(a*)*",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"target_gaps": [...],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"reasoning": "Nested reps, stack overflow"},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{"regex": "(?P&lt;g1&gt;a+)",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"target_gaps": [...],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"reasoning": "Named captures, stack growth"},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 (10 entries total)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]}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760720" y="27432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309360" y="1280160"/>
            <a:ext cx="55778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3716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Decoded seed files on disk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1737360"/>
            <a:ext cx="5212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seed_b6c1f730.bin: 6D 29 \u{1234}+        (11 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seed_bd187954.bin: 5A 2A (a*)*             ( 7 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seed_12c05165.bin: F4 E2 [^a-zA-Z0-9]+    (15 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seed_b3e5b41c.bin: DC E3 (?P&lt;g1&gt;a+)       (12 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seed_1de0eb76.bin: 05 4C a{1000,}          (10 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seed_681b5e15.bin: 8E 87 (a|b)*            ( 8 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seed_b44a0d75.bin: C5 9A [a-z]+            ( 8 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seed_3a865600.bin: 7F A2 \w+               ( 5 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seed_06196b85.bin: 53 3F (?P&lt;g1&gt;a+)(?P&lt;g2&gt;b+)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         (22 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seed_8d2c4d57.bin: 3C F0 (?:a|b)*         (10 B)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5303520"/>
            <a:ext cx="112471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parse_regex_response():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{regex} → prepend sha256(target,sample,idx,regex)[:2] as flag bytes → UTF-8 encode → clip to 62 bytes → dedup → write seed_&lt;hash&gt;.bin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 input_tokens=5714, output_tokens=822, cost=$0.00144, latency=4.01s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format lesson: bytes → regex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target, same model, same fixture. Only the prompt format changed.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554480"/>
          <a:ext cx="94183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219456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bytes (04-12)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 (04-13)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exp1 seeds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exp2 seeds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exp1 edges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exp2 edges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+2.2×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exp1 exclusive edges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exp2 exclusive edges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+1.2×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loop-aborted samples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 winner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exp2 (+38)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exp1 (+110)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FLIPPED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prompt format matters as much as prompt content. A correct prompt in the wrong format looks identical to "the model can't do the task."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Regex A/B result (2026-04-13)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1243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exp1 edges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66160" y="118872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66160" y="12801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1133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56616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exp2 edges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18872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2801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+110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exp1 lead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235440" y="118872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235440" y="12801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175 vs 65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23544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edges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926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exp1's +175 exclusive edges land: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383280"/>
          <a:ext cx="5029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exp1-only edges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re2/parse.cc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re2/regexp.cc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re2/simplify.cc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re2/compile.cc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re2/prog.cc + others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6217920" y="338328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Parser/simplifier/compiler paths — exactly the branches the gap prompt highlights. Exp2 sees parser source but lacks the coverage annotation pointing at specific lines.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31520" y="54864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is this in-distribution performance masking a lack of generalization?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P0: Random baseline establishes the floor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seeds of [2 random flag bytes][random ASCII 1-62], seeded random.Random(42)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463040"/>
          <a:ext cx="68580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46720" y="1463040"/>
            <a:ext cx="36576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0" y="1645920"/>
            <a:ext cx="32918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LLM cells clear the floor meaningfully.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exp1 beats random by +263 edges (+27%)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exp2 beats random by +153 edges (+16%)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exp1's +110 lead over exp2 is ~42% of its +263 lead over random.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above-random signal is already captured by exp2's simpler recipe.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 A: held-out source-file subset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5394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3716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(gap list visible)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re2/parse.cc, re2/regexp.cc, re2/simplify.cc, re2/tostring.cc — the parser/simplifier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005840"/>
            <a:ext cx="5394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09360" y="1005840"/>
            <a:ext cx="54864" cy="1371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051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 (held out, measured)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92240" y="13258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re2/compile.cc, re2/prog.cc, re2/dfa.cc, re2/nfa.cc, re2/onepass.cc, re2/bitstate.cc, re2/re2.cc + util/*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651760"/>
          <a:ext cx="94183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228600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B-edges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vs exp2 on 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exp1_full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exp2_source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exp1_heldout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4754880"/>
            <a:ext cx="11247120" cy="164592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48463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+110 in-distribution → +3 on held-out files → −15 when gap list is disjoint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Exp1's gap list is a flashlight on a known neighborhood, not a transferable skill. Exp2's recipe transfers across the file boundary; exp1's does not.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 B: 7-cell prompt ablation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piece of exp1's context — gaps, tests, or source — is load-bearing?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914400"/>
                <a:gridCol w="914400"/>
                <a:gridCol w="13716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vs exp1_full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exp2_plus_gaps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exp1_full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exp2_plus_tests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exp2_source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exp1_tests_only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exp1_gaps_only*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*exp1_gaps_only: 2/3 samples loop-aborted on llama — dense gaps without source/tests derails the model.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5029200"/>
            <a:ext cx="112471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512064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Source is the load-bearing context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source cells ≥ 1133 edges).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Gaps amplify source: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exp2_plus_gaps beats exp2_source by +117 — largest single-variable effect.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Tests alone ≈ source alone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(1093 vs 1133). 5 test examples ≈ 14K tokens of source.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Verdict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515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same files the gap list points at, exp1 wins decisively (+110).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held-out files within the same target, exp1's advantage collapses (+3).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exp1's gaps point at disjoint files, exp1 loses (−15).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10515600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749040"/>
            <a:ext cx="10149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efficient frontier: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+ cheap coverage annotations (no tests needed)</a:t>
            </a:r>
            <a:endParaRPr lang="en-US" sz="20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exp2_plus_gaps: 1250 edges — beats both pure exp1 (+7) and pure exp2 (+117)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5486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baseline is not exp1 or exp2 — it's source + cheap gap annotations.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questions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471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54864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target, single model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74720" y="12344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second target (sqlite/libpng) with its own prompt template before claiming generalization.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12471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94560"/>
            <a:ext cx="54864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402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libFuzzer campaign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0" y="22402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measures seed-corpus coverage. The research metric is 24h campaign coverage (Experiment C, deferred — needs ~9 CPU-hours).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112471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200400"/>
            <a:ext cx="54864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461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tested on a frontier model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32461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exp1_gaps_only collapse is llama-specific. A GPT-4o / Claude rerun (~$10) would confirm or refute.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112471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4206240"/>
            <a:ext cx="54864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2519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≈ 20–30 per cell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425196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direction, not a p-value. Rigorous stats need n ≥ 30 + multiple random A/B file splits.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212080"/>
            <a:ext cx="112471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5212080"/>
            <a:ext cx="54864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2578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is dry-run only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525780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(LoRA) blocked on A100 GPU access.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0F2B4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Frontier-model rerun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or Claude Sonnet on the 7-cell ablation. Tests whether exp1_gaps_only collapse is model-specific. ~$10.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515600" y="1508760"/>
            <a:ext cx="91440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0" y="1508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112471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697480"/>
            <a:ext cx="548640" cy="548640"/>
          </a:xfrm>
          <a:prstGeom prst="ellipse">
            <a:avLst/>
          </a:prstGeom>
          <a:solidFill>
            <a:srgbClr val="0F2B4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97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target A/B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Per-target prompt template is non-optional. sqlite3 (SQL idiom) or libpng (binary header) to test cross-target generalization.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515600" y="2788920"/>
            <a:ext cx="914400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0" y="2788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112471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977640"/>
            <a:ext cx="548640" cy="548640"/>
          </a:xfrm>
          <a:prstGeom prst="ellipse">
            <a:avLst/>
          </a:prstGeom>
          <a:solidFill>
            <a:srgbClr val="0F2B4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C — libFuzzer campaigns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× 3-trial campaigns from each seed set. Requires build/fuzzer rebuild + ~9 CPU-hours.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515600" y="4069080"/>
            <a:ext cx="914400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0" y="40690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029200"/>
            <a:ext cx="112471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5257800"/>
            <a:ext cx="548640" cy="548640"/>
          </a:xfrm>
          <a:prstGeom prst="ellipse">
            <a:avLst/>
          </a:prstGeom>
          <a:solidFill>
            <a:srgbClr val="0F2B4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257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5120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exp2_plus_gaps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71600" y="5486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+ coverage gaps (no tests) is the efficient frontier. Make it the reference recipe.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515600" y="5349240"/>
            <a:ext cx="91440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0" y="5349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UTCF — LLM-Guided Fuzzing Seed Corpora</dc:title>
  <dc:subject>PptxGenJS Presentation</dc:subject>
  <dc:creator>Shreyas Ganesh</dc:creator>
  <cp:lastModifiedBy>Shreyas Ganesh</cp:lastModifiedBy>
  <cp:revision>1</cp:revision>
  <dcterms:created xsi:type="dcterms:W3CDTF">2026-04-14T12:31:27Z</dcterms:created>
  <dcterms:modified xsi:type="dcterms:W3CDTF">2026-04-14T12:31:27Z</dcterms:modified>
</cp:coreProperties>
</file>